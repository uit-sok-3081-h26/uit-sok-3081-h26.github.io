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3.xml" ContentType="application/vnd.openxmlformats-officedocument.theme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  <p:sldMasterId id="2147483656" r:id="rId5"/>
    <p:sldMasterId id="2147483662" r:id="rId6"/>
    <p:sldMasterId id="2147483668" r:id="rId7"/>
  </p:sldMasterIdLst>
  <p:notesMasterIdLst>
    <p:notesMasterId r:id="rId30"/>
  </p:notesMasterIdLst>
  <p:handoutMasterIdLst>
    <p:handoutMasterId r:id="rId31"/>
  </p:handoutMasterIdLst>
  <p:sldIdLst>
    <p:sldId id="4723" r:id="rId8"/>
    <p:sldId id="4731" r:id="rId9"/>
    <p:sldId id="4765" r:id="rId10"/>
    <p:sldId id="4756" r:id="rId11"/>
    <p:sldId id="4766" r:id="rId12"/>
    <p:sldId id="4767" r:id="rId13"/>
    <p:sldId id="4761" r:id="rId14"/>
    <p:sldId id="4762" r:id="rId15"/>
    <p:sldId id="4763" r:id="rId16"/>
    <p:sldId id="4769" r:id="rId17"/>
    <p:sldId id="4768" r:id="rId18"/>
    <p:sldId id="4770" r:id="rId19"/>
    <p:sldId id="4771" r:id="rId20"/>
    <p:sldId id="4772" r:id="rId21"/>
    <p:sldId id="4773" r:id="rId22"/>
    <p:sldId id="4774" r:id="rId23"/>
    <p:sldId id="4775" r:id="rId24"/>
    <p:sldId id="4776" r:id="rId25"/>
    <p:sldId id="4777" r:id="rId26"/>
    <p:sldId id="4778" r:id="rId27"/>
    <p:sldId id="4779" r:id="rId28"/>
    <p:sldId id="258" r:id="rId29"/>
  </p:sldIdLst>
  <p:sldSz cx="12192000" cy="6858000"/>
  <p:notesSz cx="6858000" cy="9144000"/>
  <p:defaultTextStyle>
    <a:defPPr>
      <a:defRPr lang="nb-N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E369DB3-D13D-4E7B-A996-C7BBEBA101B8}" v="5" dt="2026-09-10T20:09:29.075"/>
    <p1510:client id="{8DD120DF-AE91-4039-8D03-771EC548F487}" v="635" dt="2026-09-11T11:24:51.58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Temastil 1 – utheving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C4B1156A-380E-4F78-BDF5-A606A8083BF9}" styleName="Middels stil 4 – utheving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8EC20E35-A176-4012-BC5E-935CFFF8708E}" styleName="Middels stil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7" autoAdjust="0"/>
    <p:restoredTop sz="79258" autoAdjust="0"/>
  </p:normalViewPr>
  <p:slideViewPr>
    <p:cSldViewPr snapToGrid="0">
      <p:cViewPr varScale="1">
        <p:scale>
          <a:sx n="126" d="100"/>
          <a:sy n="126" d="100"/>
        </p:scale>
        <p:origin x="1662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18" d="100"/>
          <a:sy n="118" d="100"/>
        </p:scale>
        <p:origin x="7644" y="1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6.xml"/><Relationship Id="rId18" Type="http://schemas.openxmlformats.org/officeDocument/2006/relationships/slide" Target="slides/slide11.xml"/><Relationship Id="rId26" Type="http://schemas.openxmlformats.org/officeDocument/2006/relationships/slide" Target="slides/slide19.xml"/><Relationship Id="rId21" Type="http://schemas.openxmlformats.org/officeDocument/2006/relationships/slide" Target="slides/slide14.xml"/><Relationship Id="rId34" Type="http://schemas.openxmlformats.org/officeDocument/2006/relationships/theme" Target="theme/theme1.xml"/><Relationship Id="rId7" Type="http://schemas.openxmlformats.org/officeDocument/2006/relationships/slideMaster" Target="slideMasters/slideMaster4.xml"/><Relationship Id="rId12" Type="http://schemas.openxmlformats.org/officeDocument/2006/relationships/slide" Target="slides/slide5.xml"/><Relationship Id="rId17" Type="http://schemas.openxmlformats.org/officeDocument/2006/relationships/slide" Target="slides/slide10.xml"/><Relationship Id="rId25" Type="http://schemas.openxmlformats.org/officeDocument/2006/relationships/slide" Target="slides/slide18.xml"/><Relationship Id="rId33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9.xml"/><Relationship Id="rId20" Type="http://schemas.openxmlformats.org/officeDocument/2006/relationships/slide" Target="slides/slide13.xml"/><Relationship Id="rId29" Type="http://schemas.openxmlformats.org/officeDocument/2006/relationships/slide" Target="slides/slide22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4.xml"/><Relationship Id="rId24" Type="http://schemas.openxmlformats.org/officeDocument/2006/relationships/slide" Target="slides/slide17.xml"/><Relationship Id="rId32" Type="http://schemas.openxmlformats.org/officeDocument/2006/relationships/presProps" Target="presProps.xml"/><Relationship Id="rId37" Type="http://schemas.microsoft.com/office/2015/10/relationships/revisionInfo" Target="revisionInfo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8.xml"/><Relationship Id="rId23" Type="http://schemas.openxmlformats.org/officeDocument/2006/relationships/slide" Target="slides/slide16.xml"/><Relationship Id="rId28" Type="http://schemas.openxmlformats.org/officeDocument/2006/relationships/slide" Target="slides/slide21.xml"/><Relationship Id="rId36" Type="http://schemas.microsoft.com/office/2016/11/relationships/changesInfo" Target="changesInfos/changesInfo1.xml"/><Relationship Id="rId10" Type="http://schemas.openxmlformats.org/officeDocument/2006/relationships/slide" Target="slides/slide3.xml"/><Relationship Id="rId19" Type="http://schemas.openxmlformats.org/officeDocument/2006/relationships/slide" Target="slides/slide12.xml"/><Relationship Id="rId31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2.xml"/><Relationship Id="rId14" Type="http://schemas.openxmlformats.org/officeDocument/2006/relationships/slide" Target="slides/slide7.xml"/><Relationship Id="rId22" Type="http://schemas.openxmlformats.org/officeDocument/2006/relationships/slide" Target="slides/slide15.xml"/><Relationship Id="rId27" Type="http://schemas.openxmlformats.org/officeDocument/2006/relationships/slide" Target="slides/slide20.xml"/><Relationship Id="rId30" Type="http://schemas.openxmlformats.org/officeDocument/2006/relationships/notesMaster" Target="notesMasters/notesMaster1.xml"/><Relationship Id="rId35" Type="http://schemas.openxmlformats.org/officeDocument/2006/relationships/tableStyles" Target="tableStyles.xml"/><Relationship Id="rId8" Type="http://schemas.openxmlformats.org/officeDocument/2006/relationships/slide" Target="slides/slide1.xml"/><Relationship Id="rId3" Type="http://schemas.openxmlformats.org/officeDocument/2006/relationships/customXml" Target="../customXml/item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irik Eriksen Heen" userId="3e804305-1c07-417a-9ea8-d913585be88f" providerId="ADAL" clId="{1A8AB375-2C17-4B69-9219-6D6459D5CFE1}"/>
    <pc:docChg chg="undo custSel addSld delSld modSld sldOrd delMainMaster">
      <pc:chgData name="Eirik Eriksen Heen" userId="3e804305-1c07-417a-9ea8-d913585be88f" providerId="ADAL" clId="{1A8AB375-2C17-4B69-9219-6D6459D5CFE1}" dt="2026-09-10T20:09:29.075" v="3800" actId="20577"/>
      <pc:docMkLst>
        <pc:docMk/>
      </pc:docMkLst>
      <pc:sldChg chg="addSp delSp modSp mod">
        <pc:chgData name="Eirik Eriksen Heen" userId="3e804305-1c07-417a-9ea8-d913585be88f" providerId="ADAL" clId="{1A8AB375-2C17-4B69-9219-6D6459D5CFE1}" dt="2026-09-07T13:59:42.904" v="2430" actId="20577"/>
        <pc:sldMkLst>
          <pc:docMk/>
          <pc:sldMk cId="1407515244" sldId="4723"/>
        </pc:sldMkLst>
        <pc:spChg chg="mod">
          <ac:chgData name="Eirik Eriksen Heen" userId="3e804305-1c07-417a-9ea8-d913585be88f" providerId="ADAL" clId="{1A8AB375-2C17-4B69-9219-6D6459D5CFE1}" dt="2026-09-07T13:59:18.892" v="2417" actId="20577"/>
          <ac:spMkLst>
            <pc:docMk/>
            <pc:sldMk cId="1407515244" sldId="4723"/>
            <ac:spMk id="2" creationId="{627791FC-E0EA-6C14-AC4A-823EDB6CD583}"/>
          </ac:spMkLst>
        </pc:spChg>
        <pc:spChg chg="mod">
          <ac:chgData name="Eirik Eriksen Heen" userId="3e804305-1c07-417a-9ea8-d913585be88f" providerId="ADAL" clId="{1A8AB375-2C17-4B69-9219-6D6459D5CFE1}" dt="2026-09-07T13:59:37.482" v="2422" actId="20577"/>
          <ac:spMkLst>
            <pc:docMk/>
            <pc:sldMk cId="1407515244" sldId="4723"/>
            <ac:spMk id="3" creationId="{23F138D2-D716-800C-7BD4-51214B3DFAEC}"/>
          </ac:spMkLst>
        </pc:spChg>
        <pc:spChg chg="mod">
          <ac:chgData name="Eirik Eriksen Heen" userId="3e804305-1c07-417a-9ea8-d913585be88f" providerId="ADAL" clId="{1A8AB375-2C17-4B69-9219-6D6459D5CFE1}" dt="2026-09-07T13:59:42.904" v="2430" actId="20577"/>
          <ac:spMkLst>
            <pc:docMk/>
            <pc:sldMk cId="1407515244" sldId="4723"/>
            <ac:spMk id="4" creationId="{060DF337-25AD-4C8F-F889-34F9AAC6B3AC}"/>
          </ac:spMkLst>
        </pc:spChg>
        <pc:spChg chg="mod">
          <ac:chgData name="Eirik Eriksen Heen" userId="3e804305-1c07-417a-9ea8-d913585be88f" providerId="ADAL" clId="{1A8AB375-2C17-4B69-9219-6D6459D5CFE1}" dt="2026-09-07T13:58:44.474" v="2408" actId="20577"/>
          <ac:spMkLst>
            <pc:docMk/>
            <pc:sldMk cId="1407515244" sldId="4723"/>
            <ac:spMk id="5" creationId="{95AD11E3-1ED0-02B1-5A28-928F899FCB2F}"/>
          </ac:spMkLst>
        </pc:spChg>
        <pc:picChg chg="add mod ord">
          <ac:chgData name="Eirik Eriksen Heen" userId="3e804305-1c07-417a-9ea8-d913585be88f" providerId="ADAL" clId="{1A8AB375-2C17-4B69-9219-6D6459D5CFE1}" dt="2026-09-07T13:56:31.554" v="2402" actId="931"/>
          <ac:picMkLst>
            <pc:docMk/>
            <pc:sldMk cId="1407515244" sldId="4723"/>
            <ac:picMk id="10" creationId="{D4F8A7F8-162D-C8D2-9C8C-B43CD09556A7}"/>
          </ac:picMkLst>
        </pc:picChg>
      </pc:sldChg>
      <pc:sldChg chg="addSp delSp modSp add mod">
        <pc:chgData name="Eirik Eriksen Heen" userId="3e804305-1c07-417a-9ea8-d913585be88f" providerId="ADAL" clId="{1A8AB375-2C17-4B69-9219-6D6459D5CFE1}" dt="2026-09-10T20:07:12.011" v="3799" actId="1076"/>
        <pc:sldMkLst>
          <pc:docMk/>
          <pc:sldMk cId="3054872308" sldId="4731"/>
        </pc:sldMkLst>
        <pc:spChg chg="mod">
          <ac:chgData name="Eirik Eriksen Heen" userId="3e804305-1c07-417a-9ea8-d913585be88f" providerId="ADAL" clId="{1A8AB375-2C17-4B69-9219-6D6459D5CFE1}" dt="2026-09-07T16:05:24.295" v="2533" actId="26606"/>
          <ac:spMkLst>
            <pc:docMk/>
            <pc:sldMk cId="3054872308" sldId="4731"/>
            <ac:spMk id="2" creationId="{E45CC3F8-47EF-1F08-CB6B-A96A80CA8C8D}"/>
          </ac:spMkLst>
        </pc:spChg>
        <pc:spChg chg="mod">
          <ac:chgData name="Eirik Eriksen Heen" userId="3e804305-1c07-417a-9ea8-d913585be88f" providerId="ADAL" clId="{1A8AB375-2C17-4B69-9219-6D6459D5CFE1}" dt="2026-09-07T16:07:31.104" v="2559" actId="20577"/>
          <ac:spMkLst>
            <pc:docMk/>
            <pc:sldMk cId="3054872308" sldId="4731"/>
            <ac:spMk id="4" creationId="{C1089162-D77C-3E4E-9321-6D8C7B844604}"/>
          </ac:spMkLst>
        </pc:spChg>
        <pc:spChg chg="add mod">
          <ac:chgData name="Eirik Eriksen Heen" userId="3e804305-1c07-417a-9ea8-d913585be88f" providerId="ADAL" clId="{1A8AB375-2C17-4B69-9219-6D6459D5CFE1}" dt="2026-09-10T20:06:44.508" v="3793" actId="1076"/>
          <ac:spMkLst>
            <pc:docMk/>
            <pc:sldMk cId="3054872308" sldId="4731"/>
            <ac:spMk id="5" creationId="{5EB48646-628E-243F-3F2D-D1B2960AD540}"/>
          </ac:spMkLst>
        </pc:spChg>
        <pc:spChg chg="add mod">
          <ac:chgData name="Eirik Eriksen Heen" userId="3e804305-1c07-417a-9ea8-d913585be88f" providerId="ADAL" clId="{1A8AB375-2C17-4B69-9219-6D6459D5CFE1}" dt="2026-09-07T16:10:05.945" v="2607" actId="14100"/>
          <ac:spMkLst>
            <pc:docMk/>
            <pc:sldMk cId="3054872308" sldId="4731"/>
            <ac:spMk id="6" creationId="{7873CC41-8C42-8A15-3634-C1C0EA2AF5E1}"/>
          </ac:spMkLst>
        </pc:spChg>
        <pc:spChg chg="add mod">
          <ac:chgData name="Eirik Eriksen Heen" userId="3e804305-1c07-417a-9ea8-d913585be88f" providerId="ADAL" clId="{1A8AB375-2C17-4B69-9219-6D6459D5CFE1}" dt="2026-09-10T20:06:28.072" v="3790"/>
          <ac:spMkLst>
            <pc:docMk/>
            <pc:sldMk cId="3054872308" sldId="4731"/>
            <ac:spMk id="8" creationId="{6E6EECA4-B71E-F3DC-CD5A-BA4870575811}"/>
          </ac:spMkLst>
        </pc:spChg>
        <pc:spChg chg="add mod">
          <ac:chgData name="Eirik Eriksen Heen" userId="3e804305-1c07-417a-9ea8-d913585be88f" providerId="ADAL" clId="{1A8AB375-2C17-4B69-9219-6D6459D5CFE1}" dt="2026-09-10T20:06:33.983" v="3791"/>
          <ac:spMkLst>
            <pc:docMk/>
            <pc:sldMk cId="3054872308" sldId="4731"/>
            <ac:spMk id="11" creationId="{DFA2470D-737A-C586-CEDB-8111FE6077FE}"/>
          </ac:spMkLst>
        </pc:spChg>
        <pc:spChg chg="add mod">
          <ac:chgData name="Eirik Eriksen Heen" userId="3e804305-1c07-417a-9ea8-d913585be88f" providerId="ADAL" clId="{1A8AB375-2C17-4B69-9219-6D6459D5CFE1}" dt="2026-09-10T20:07:12.011" v="3799" actId="1076"/>
          <ac:spMkLst>
            <pc:docMk/>
            <pc:sldMk cId="3054872308" sldId="4731"/>
            <ac:spMk id="12" creationId="{796B6419-9797-915F-32D8-8E98C4BE7ADB}"/>
          </ac:spMkLst>
        </pc:spChg>
        <pc:spChg chg="add mod">
          <ac:chgData name="Eirik Eriksen Heen" userId="3e804305-1c07-417a-9ea8-d913585be88f" providerId="ADAL" clId="{1A8AB375-2C17-4B69-9219-6D6459D5CFE1}" dt="2026-09-07T16:10:08.183" v="2608" actId="14100"/>
          <ac:spMkLst>
            <pc:docMk/>
            <pc:sldMk cId="3054872308" sldId="4731"/>
            <ac:spMk id="15" creationId="{8D1E84EF-7C0F-F4C7-6C3F-B400FACF2390}"/>
          </ac:spMkLst>
        </pc:spChg>
      </pc:sldChg>
      <pc:sldChg chg="addSp delSp modSp add mod">
        <pc:chgData name="Eirik Eriksen Heen" userId="3e804305-1c07-417a-9ea8-d913585be88f" providerId="ADAL" clId="{1A8AB375-2C17-4B69-9219-6D6459D5CFE1}" dt="2026-09-08T17:05:34.487" v="3240" actId="20577"/>
        <pc:sldMkLst>
          <pc:docMk/>
          <pc:sldMk cId="777636245" sldId="4756"/>
        </pc:sldMkLst>
        <pc:spChg chg="mod">
          <ac:chgData name="Eirik Eriksen Heen" userId="3e804305-1c07-417a-9ea8-d913585be88f" providerId="ADAL" clId="{1A8AB375-2C17-4B69-9219-6D6459D5CFE1}" dt="2026-09-08T16:59:42.035" v="3232" actId="20577"/>
          <ac:spMkLst>
            <pc:docMk/>
            <pc:sldMk cId="777636245" sldId="4756"/>
            <ac:spMk id="5" creationId="{063D1ACE-8D40-9018-F34E-D88A99610DB7}"/>
          </ac:spMkLst>
        </pc:spChg>
      </pc:sldChg>
      <pc:sldChg chg="addSp delSp modSp new mod modClrScheme chgLayout">
        <pc:chgData name="Eirik Eriksen Heen" userId="3e804305-1c07-417a-9ea8-d913585be88f" providerId="ADAL" clId="{1A8AB375-2C17-4B69-9219-6D6459D5CFE1}" dt="2026-09-08T18:40:58.991" v="3735" actId="27636"/>
        <pc:sldMkLst>
          <pc:docMk/>
          <pc:sldMk cId="3555251794" sldId="4761"/>
        </pc:sldMkLst>
        <pc:spChg chg="mod ord">
          <ac:chgData name="Eirik Eriksen Heen" userId="3e804305-1c07-417a-9ea8-d913585be88f" providerId="ADAL" clId="{1A8AB375-2C17-4B69-9219-6D6459D5CFE1}" dt="2026-09-08T18:40:25.608" v="3729" actId="313"/>
          <ac:spMkLst>
            <pc:docMk/>
            <pc:sldMk cId="3555251794" sldId="4761"/>
            <ac:spMk id="2" creationId="{56419589-70EE-4477-CFD2-C9BD5974FDC5}"/>
          </ac:spMkLst>
        </pc:spChg>
        <pc:spChg chg="add mod ord">
          <ac:chgData name="Eirik Eriksen Heen" userId="3e804305-1c07-417a-9ea8-d913585be88f" providerId="ADAL" clId="{1A8AB375-2C17-4B69-9219-6D6459D5CFE1}" dt="2026-09-08T18:40:58.991" v="3735" actId="27636"/>
          <ac:spMkLst>
            <pc:docMk/>
            <pc:sldMk cId="3555251794" sldId="4761"/>
            <ac:spMk id="4" creationId="{C095F124-D72F-6AD7-6BEF-6DF52A12CC4B}"/>
          </ac:spMkLst>
        </pc:spChg>
        <pc:spChg chg="add mod ord">
          <ac:chgData name="Eirik Eriksen Heen" userId="3e804305-1c07-417a-9ea8-d913585be88f" providerId="ADAL" clId="{1A8AB375-2C17-4B69-9219-6D6459D5CFE1}" dt="2026-09-08T18:40:58.990" v="3734" actId="27636"/>
          <ac:spMkLst>
            <pc:docMk/>
            <pc:sldMk cId="3555251794" sldId="4761"/>
            <ac:spMk id="5" creationId="{D2F95F61-EB23-606B-2049-C5951B78AAEF}"/>
          </ac:spMkLst>
        </pc:spChg>
      </pc:sldChg>
      <pc:sldChg chg="addSp delSp modSp new mod modClrScheme chgLayout">
        <pc:chgData name="Eirik Eriksen Heen" userId="3e804305-1c07-417a-9ea8-d913585be88f" providerId="ADAL" clId="{1A8AB375-2C17-4B69-9219-6D6459D5CFE1}" dt="2026-09-08T18:57:40.231" v="3788" actId="14100"/>
        <pc:sldMkLst>
          <pc:docMk/>
          <pc:sldMk cId="3796467468" sldId="4762"/>
        </pc:sldMkLst>
        <pc:spChg chg="mod ord">
          <ac:chgData name="Eirik Eriksen Heen" userId="3e804305-1c07-417a-9ea8-d913585be88f" providerId="ADAL" clId="{1A8AB375-2C17-4B69-9219-6D6459D5CFE1}" dt="2026-09-08T18:55:02.823" v="3754"/>
          <ac:spMkLst>
            <pc:docMk/>
            <pc:sldMk cId="3796467468" sldId="4762"/>
            <ac:spMk id="2" creationId="{25468FFA-4ABA-D9C3-085F-6E383829A083}"/>
          </ac:spMkLst>
        </pc:spChg>
        <pc:spChg chg="add mod ord">
          <ac:chgData name="Eirik Eriksen Heen" userId="3e804305-1c07-417a-9ea8-d913585be88f" providerId="ADAL" clId="{1A8AB375-2C17-4B69-9219-6D6459D5CFE1}" dt="2026-09-08T18:57:02.836" v="3787" actId="27636"/>
          <ac:spMkLst>
            <pc:docMk/>
            <pc:sldMk cId="3796467468" sldId="4762"/>
            <ac:spMk id="4" creationId="{EFC3CE0E-43F1-C3C4-3B14-521360B00EE6}"/>
          </ac:spMkLst>
        </pc:spChg>
        <pc:spChg chg="add mod">
          <ac:chgData name="Eirik Eriksen Heen" userId="3e804305-1c07-417a-9ea8-d913585be88f" providerId="ADAL" clId="{1A8AB375-2C17-4B69-9219-6D6459D5CFE1}" dt="2026-09-08T18:57:40.231" v="3788" actId="14100"/>
          <ac:spMkLst>
            <pc:docMk/>
            <pc:sldMk cId="3796467468" sldId="4762"/>
            <ac:spMk id="13" creationId="{0295545B-776D-B553-BC3E-0B86EBAEF167}"/>
          </ac:spMkLst>
        </pc:spChg>
        <pc:picChg chg="add mod ord">
          <ac:chgData name="Eirik Eriksen Heen" userId="3e804305-1c07-417a-9ea8-d913585be88f" providerId="ADAL" clId="{1A8AB375-2C17-4B69-9219-6D6459D5CFE1}" dt="2026-09-08T18:54:18.184" v="3752" actId="22"/>
          <ac:picMkLst>
            <pc:docMk/>
            <pc:sldMk cId="3796467468" sldId="4762"/>
            <ac:picMk id="11" creationId="{D5DDB2BD-465F-4709-AA1F-458E0075DB02}"/>
          </ac:picMkLst>
        </pc:picChg>
      </pc:sldChg>
      <pc:sldChg chg="new">
        <pc:chgData name="Eirik Eriksen Heen" userId="3e804305-1c07-417a-9ea8-d913585be88f" providerId="ADAL" clId="{1A8AB375-2C17-4B69-9219-6D6459D5CFE1}" dt="2026-09-08T18:12:50.208" v="3622" actId="680"/>
        <pc:sldMkLst>
          <pc:docMk/>
          <pc:sldMk cId="3562483684" sldId="4763"/>
        </pc:sldMkLst>
      </pc:sldChg>
      <pc:sldChg chg="modSp">
        <pc:chgData name="Eirik Eriksen Heen" userId="3e804305-1c07-417a-9ea8-d913585be88f" providerId="ADAL" clId="{1A8AB375-2C17-4B69-9219-6D6459D5CFE1}" dt="2026-09-10T20:09:29.075" v="3800" actId="20577"/>
        <pc:sldMkLst>
          <pc:docMk/>
          <pc:sldMk cId="1749478814" sldId="4766"/>
        </pc:sldMkLst>
        <pc:graphicFrameChg chg="mod">
          <ac:chgData name="Eirik Eriksen Heen" userId="3e804305-1c07-417a-9ea8-d913585be88f" providerId="ADAL" clId="{1A8AB375-2C17-4B69-9219-6D6459D5CFE1}" dt="2026-09-10T20:09:29.075" v="3800" actId="20577"/>
          <ac:graphicFrameMkLst>
            <pc:docMk/>
            <pc:sldMk cId="1749478814" sldId="4766"/>
            <ac:graphicFrameMk id="5" creationId="{B5444B08-B48E-C575-1BE3-BB978E97D88F}"/>
          </ac:graphicFrameMkLst>
        </pc:graphicFrameChg>
      </pc:sldChg>
    </pc:docChg>
  </pc:docChgLst>
  <pc:docChgLst>
    <pc:chgData name="Eirik Eriksen Heen" userId="3e804305-1c07-417a-9ea8-d913585be88f" providerId="ADAL" clId="{86A7CD6A-BADF-46B5-A0EB-3EAA83991659}"/>
    <pc:docChg chg="undo custSel addSld delSld modSld sldOrd">
      <pc:chgData name="Eirik Eriksen Heen" userId="3e804305-1c07-417a-9ea8-d913585be88f" providerId="ADAL" clId="{86A7CD6A-BADF-46B5-A0EB-3EAA83991659}" dt="2026-09-11T11:25:11.136" v="3078" actId="114"/>
      <pc:docMkLst>
        <pc:docMk/>
      </pc:docMkLst>
      <pc:sldChg chg="addSp delSp modSp add mod">
        <pc:chgData name="Eirik Eriksen Heen" userId="3e804305-1c07-417a-9ea8-d913585be88f" providerId="ADAL" clId="{86A7CD6A-BADF-46B5-A0EB-3EAA83991659}" dt="2026-09-11T11:25:11.136" v="3078" actId="114"/>
        <pc:sldMkLst>
          <pc:docMk/>
          <pc:sldMk cId="0" sldId="258"/>
        </pc:sldMkLst>
        <pc:spChg chg="del">
          <ac:chgData name="Eirik Eriksen Heen" userId="3e804305-1c07-417a-9ea8-d913585be88f" providerId="ADAL" clId="{86A7CD6A-BADF-46B5-A0EB-3EAA83991659}" dt="2026-09-10T13:44:59.398" v="2774" actId="478"/>
          <ac:spMkLst>
            <pc:docMk/>
            <pc:sldMk cId="0" sldId="258"/>
            <ac:spMk id="2" creationId="{00000000-0000-0000-0000-000000000000}"/>
          </ac:spMkLst>
        </pc:spChg>
        <pc:spChg chg="mod">
          <ac:chgData name="Eirik Eriksen Heen" userId="3e804305-1c07-417a-9ea8-d913585be88f" providerId="ADAL" clId="{86A7CD6A-BADF-46B5-A0EB-3EAA83991659}" dt="2026-09-11T11:12:30.049" v="3061" actId="1076"/>
          <ac:spMkLst>
            <pc:docMk/>
            <pc:sldMk cId="0" sldId="258"/>
            <ac:spMk id="3" creationId="{00000000-0000-0000-0000-000000000000}"/>
          </ac:spMkLst>
        </pc:spChg>
        <pc:spChg chg="mod">
          <ac:chgData name="Eirik Eriksen Heen" userId="3e804305-1c07-417a-9ea8-d913585be88f" providerId="ADAL" clId="{86A7CD6A-BADF-46B5-A0EB-3EAA83991659}" dt="2026-09-11T11:25:11.136" v="3078" actId="114"/>
          <ac:spMkLst>
            <pc:docMk/>
            <pc:sldMk cId="0" sldId="258"/>
            <ac:spMk id="4" creationId="{00000000-0000-0000-0000-000000000000}"/>
          </ac:spMkLst>
        </pc:spChg>
        <pc:spChg chg="del">
          <ac:chgData name="Eirik Eriksen Heen" userId="3e804305-1c07-417a-9ea8-d913585be88f" providerId="ADAL" clId="{86A7CD6A-BADF-46B5-A0EB-3EAA83991659}" dt="2026-09-11T11:23:24.438" v="3067" actId="478"/>
          <ac:spMkLst>
            <pc:docMk/>
            <pc:sldMk cId="0" sldId="258"/>
            <ac:spMk id="5" creationId="{00000000-0000-0000-0000-000000000000}"/>
          </ac:spMkLst>
        </pc:spChg>
        <pc:spChg chg="del mod">
          <ac:chgData name="Eirik Eriksen Heen" userId="3e804305-1c07-417a-9ea8-d913585be88f" providerId="ADAL" clId="{86A7CD6A-BADF-46B5-A0EB-3EAA83991659}" dt="2026-09-11T11:23:24.441" v="3069"/>
          <ac:spMkLst>
            <pc:docMk/>
            <pc:sldMk cId="0" sldId="258"/>
            <ac:spMk id="6" creationId="{00000000-0000-0000-0000-000000000000}"/>
          </ac:spMkLst>
        </pc:spChg>
        <pc:spChg chg="mod">
          <ac:chgData name="Eirik Eriksen Heen" userId="3e804305-1c07-417a-9ea8-d913585be88f" providerId="ADAL" clId="{86A7CD6A-BADF-46B5-A0EB-3EAA83991659}" dt="2026-09-11T11:23:31.083" v="3071" actId="1076"/>
          <ac:spMkLst>
            <pc:docMk/>
            <pc:sldMk cId="0" sldId="258"/>
            <ac:spMk id="7" creationId="{00000000-0000-0000-0000-000000000000}"/>
          </ac:spMkLst>
        </pc:spChg>
        <pc:spChg chg="mod">
          <ac:chgData name="Eirik Eriksen Heen" userId="3e804305-1c07-417a-9ea8-d913585be88f" providerId="ADAL" clId="{86A7CD6A-BADF-46B5-A0EB-3EAA83991659}" dt="2026-09-11T11:23:39.690" v="3072" actId="1076"/>
          <ac:spMkLst>
            <pc:docMk/>
            <pc:sldMk cId="0" sldId="258"/>
            <ac:spMk id="8" creationId="{00000000-0000-0000-0000-000000000000}"/>
          </ac:spMkLst>
        </pc:spChg>
        <pc:spChg chg="mod">
          <ac:chgData name="Eirik Eriksen Heen" userId="3e804305-1c07-417a-9ea8-d913585be88f" providerId="ADAL" clId="{86A7CD6A-BADF-46B5-A0EB-3EAA83991659}" dt="2026-09-11T11:23:39.690" v="3072" actId="1076"/>
          <ac:spMkLst>
            <pc:docMk/>
            <pc:sldMk cId="0" sldId="258"/>
            <ac:spMk id="9" creationId="{00000000-0000-0000-0000-000000000000}"/>
          </ac:spMkLst>
        </pc:spChg>
        <pc:spChg chg="del">
          <ac:chgData name="Eirik Eriksen Heen" userId="3e804305-1c07-417a-9ea8-d913585be88f" providerId="ADAL" clId="{86A7CD6A-BADF-46B5-A0EB-3EAA83991659}" dt="2026-09-11T11:12:34.037" v="3062" actId="478"/>
          <ac:spMkLst>
            <pc:docMk/>
            <pc:sldMk cId="0" sldId="258"/>
            <ac:spMk id="12" creationId="{00000000-0000-0000-0000-000000000000}"/>
          </ac:spMkLst>
        </pc:spChg>
        <pc:spChg chg="del">
          <ac:chgData name="Eirik Eriksen Heen" userId="3e804305-1c07-417a-9ea8-d913585be88f" providerId="ADAL" clId="{86A7CD6A-BADF-46B5-A0EB-3EAA83991659}" dt="2026-09-11T11:12:34.037" v="3062" actId="478"/>
          <ac:spMkLst>
            <pc:docMk/>
            <pc:sldMk cId="0" sldId="258"/>
            <ac:spMk id="13" creationId="{00000000-0000-0000-0000-000000000000}"/>
          </ac:spMkLst>
        </pc:spChg>
        <pc:spChg chg="del">
          <ac:chgData name="Eirik Eriksen Heen" userId="3e804305-1c07-417a-9ea8-d913585be88f" providerId="ADAL" clId="{86A7CD6A-BADF-46B5-A0EB-3EAA83991659}" dt="2026-09-11T11:12:34.037" v="3062" actId="478"/>
          <ac:spMkLst>
            <pc:docMk/>
            <pc:sldMk cId="0" sldId="258"/>
            <ac:spMk id="21" creationId="{00000000-0000-0000-0000-000000000000}"/>
          </ac:spMkLst>
        </pc:spChg>
        <pc:spChg chg="add mod">
          <ac:chgData name="Eirik Eriksen Heen" userId="3e804305-1c07-417a-9ea8-d913585be88f" providerId="ADAL" clId="{86A7CD6A-BADF-46B5-A0EB-3EAA83991659}" dt="2026-09-10T13:45:04.282" v="2776" actId="20577"/>
          <ac:spMkLst>
            <pc:docMk/>
            <pc:sldMk cId="0" sldId="258"/>
            <ac:spMk id="23" creationId="{26D49EEF-7EBE-B917-A004-34FE5D69BAB1}"/>
          </ac:spMkLst>
        </pc:spChg>
        <pc:cxnChg chg="del">
          <ac:chgData name="Eirik Eriksen Heen" userId="3e804305-1c07-417a-9ea8-d913585be88f" providerId="ADAL" clId="{86A7CD6A-BADF-46B5-A0EB-3EAA83991659}" dt="2026-09-11T11:12:34.037" v="3062" actId="478"/>
          <ac:cxnSpMkLst>
            <pc:docMk/>
            <pc:sldMk cId="0" sldId="258"/>
            <ac:cxnSpMk id="10" creationId="{00000000-0000-0000-0000-000000000000}"/>
          </ac:cxnSpMkLst>
        </pc:cxnChg>
        <pc:cxnChg chg="del">
          <ac:chgData name="Eirik Eriksen Heen" userId="3e804305-1c07-417a-9ea8-d913585be88f" providerId="ADAL" clId="{86A7CD6A-BADF-46B5-A0EB-3EAA83991659}" dt="2026-09-11T11:12:34.037" v="3062" actId="478"/>
          <ac:cxnSpMkLst>
            <pc:docMk/>
            <pc:sldMk cId="0" sldId="258"/>
            <ac:cxnSpMk id="11" creationId="{00000000-0000-0000-0000-000000000000}"/>
          </ac:cxnSpMkLst>
        </pc:cxnChg>
        <pc:cxnChg chg="del">
          <ac:chgData name="Eirik Eriksen Heen" userId="3e804305-1c07-417a-9ea8-d913585be88f" providerId="ADAL" clId="{86A7CD6A-BADF-46B5-A0EB-3EAA83991659}" dt="2026-09-11T11:12:34.037" v="3062" actId="478"/>
          <ac:cxnSpMkLst>
            <pc:docMk/>
            <pc:sldMk cId="0" sldId="258"/>
            <ac:cxnSpMk id="14" creationId="{00000000-0000-0000-0000-000000000000}"/>
          </ac:cxnSpMkLst>
        </pc:cxnChg>
        <pc:cxnChg chg="del">
          <ac:chgData name="Eirik Eriksen Heen" userId="3e804305-1c07-417a-9ea8-d913585be88f" providerId="ADAL" clId="{86A7CD6A-BADF-46B5-A0EB-3EAA83991659}" dt="2026-09-11T11:12:34.037" v="3062" actId="478"/>
          <ac:cxnSpMkLst>
            <pc:docMk/>
            <pc:sldMk cId="0" sldId="258"/>
            <ac:cxnSpMk id="16" creationId="{00000000-0000-0000-0000-000000000000}"/>
          </ac:cxnSpMkLst>
        </pc:cxnChg>
        <pc:cxnChg chg="del">
          <ac:chgData name="Eirik Eriksen Heen" userId="3e804305-1c07-417a-9ea8-d913585be88f" providerId="ADAL" clId="{86A7CD6A-BADF-46B5-A0EB-3EAA83991659}" dt="2026-09-11T11:12:34.037" v="3062" actId="478"/>
          <ac:cxnSpMkLst>
            <pc:docMk/>
            <pc:sldMk cId="0" sldId="258"/>
            <ac:cxnSpMk id="17" creationId="{00000000-0000-0000-0000-000000000000}"/>
          </ac:cxnSpMkLst>
        </pc:cxnChg>
        <pc:cxnChg chg="del">
          <ac:chgData name="Eirik Eriksen Heen" userId="3e804305-1c07-417a-9ea8-d913585be88f" providerId="ADAL" clId="{86A7CD6A-BADF-46B5-A0EB-3EAA83991659}" dt="2026-09-11T11:12:34.037" v="3062" actId="478"/>
          <ac:cxnSpMkLst>
            <pc:docMk/>
            <pc:sldMk cId="0" sldId="258"/>
            <ac:cxnSpMk id="18" creationId="{00000000-0000-0000-0000-000000000000}"/>
          </ac:cxnSpMkLst>
        </pc:cxnChg>
        <pc:cxnChg chg="del">
          <ac:chgData name="Eirik Eriksen Heen" userId="3e804305-1c07-417a-9ea8-d913585be88f" providerId="ADAL" clId="{86A7CD6A-BADF-46B5-A0EB-3EAA83991659}" dt="2026-09-11T11:12:34.037" v="3062" actId="478"/>
          <ac:cxnSpMkLst>
            <pc:docMk/>
            <pc:sldMk cId="0" sldId="258"/>
            <ac:cxnSpMk id="20" creationId="{00000000-0000-0000-0000-000000000000}"/>
          </ac:cxnSpMkLst>
        </pc:cxnChg>
      </pc:sldChg>
      <pc:sldChg chg="add del">
        <pc:chgData name="Eirik Eriksen Heen" userId="3e804305-1c07-417a-9ea8-d913585be88f" providerId="ADAL" clId="{86A7CD6A-BADF-46B5-A0EB-3EAA83991659}" dt="2026-09-11T11:23:48.272" v="3073" actId="2696"/>
        <pc:sldMkLst>
          <pc:docMk/>
          <pc:sldMk cId="0" sldId="259"/>
        </pc:sldMkLst>
      </pc:sldChg>
      <pc:sldChg chg="modSp mod">
        <pc:chgData name="Eirik Eriksen Heen" userId="3e804305-1c07-417a-9ea8-d913585be88f" providerId="ADAL" clId="{86A7CD6A-BADF-46B5-A0EB-3EAA83991659}" dt="2026-09-10T09:35:51.395" v="1684" actId="20577"/>
        <pc:sldMkLst>
          <pc:docMk/>
          <pc:sldMk cId="1407515244" sldId="4723"/>
        </pc:sldMkLst>
        <pc:spChg chg="mod">
          <ac:chgData name="Eirik Eriksen Heen" userId="3e804305-1c07-417a-9ea8-d913585be88f" providerId="ADAL" clId="{86A7CD6A-BADF-46B5-A0EB-3EAA83991659}" dt="2026-09-10T09:35:51.395" v="1684" actId="20577"/>
          <ac:spMkLst>
            <pc:docMk/>
            <pc:sldMk cId="1407515244" sldId="4723"/>
            <ac:spMk id="2" creationId="{627791FC-E0EA-6C14-AC4A-823EDB6CD583}"/>
          </ac:spMkLst>
        </pc:spChg>
        <pc:spChg chg="mod">
          <ac:chgData name="Eirik Eriksen Heen" userId="3e804305-1c07-417a-9ea8-d913585be88f" providerId="ADAL" clId="{86A7CD6A-BADF-46B5-A0EB-3EAA83991659}" dt="2026-08-27T11:18:50.844" v="9"/>
          <ac:spMkLst>
            <pc:docMk/>
            <pc:sldMk cId="1407515244" sldId="4723"/>
            <ac:spMk id="3" creationId="{23F138D2-D716-800C-7BD4-51214B3DFAEC}"/>
          </ac:spMkLst>
        </pc:spChg>
        <pc:spChg chg="mod">
          <ac:chgData name="Eirik Eriksen Heen" userId="3e804305-1c07-417a-9ea8-d913585be88f" providerId="ADAL" clId="{86A7CD6A-BADF-46B5-A0EB-3EAA83991659}" dt="2026-08-27T11:19:01.742" v="11" actId="20577"/>
          <ac:spMkLst>
            <pc:docMk/>
            <pc:sldMk cId="1407515244" sldId="4723"/>
            <ac:spMk id="4" creationId="{060DF337-25AD-4C8F-F889-34F9AAC6B3AC}"/>
          </ac:spMkLst>
        </pc:spChg>
        <pc:spChg chg="mod">
          <ac:chgData name="Eirik Eriksen Heen" userId="3e804305-1c07-417a-9ea8-d913585be88f" providerId="ADAL" clId="{86A7CD6A-BADF-46B5-A0EB-3EAA83991659}" dt="2026-08-27T11:18:59.514" v="10"/>
          <ac:spMkLst>
            <pc:docMk/>
            <pc:sldMk cId="1407515244" sldId="4723"/>
            <ac:spMk id="5" creationId="{95AD11E3-1ED0-02B1-5A28-928F899FCB2F}"/>
          </ac:spMkLst>
        </pc:spChg>
      </pc:sldChg>
      <pc:sldChg chg="del">
        <pc:chgData name="Eirik Eriksen Heen" userId="3e804305-1c07-417a-9ea8-d913585be88f" providerId="ADAL" clId="{86A7CD6A-BADF-46B5-A0EB-3EAA83991659}" dt="2026-09-10T09:36:14.049" v="1685" actId="47"/>
        <pc:sldMkLst>
          <pc:docMk/>
          <pc:sldMk cId="856033568" sldId="4724"/>
        </pc:sldMkLst>
      </pc:sldChg>
      <pc:sldChg chg="addSp delSp modSp del mod ord modClrScheme chgLayout">
        <pc:chgData name="Eirik Eriksen Heen" userId="3e804305-1c07-417a-9ea8-d913585be88f" providerId="ADAL" clId="{86A7CD6A-BADF-46B5-A0EB-3EAA83991659}" dt="2026-09-10T09:36:14.049" v="1685" actId="47"/>
        <pc:sldMkLst>
          <pc:docMk/>
          <pc:sldMk cId="303693229" sldId="4726"/>
        </pc:sldMkLst>
      </pc:sldChg>
      <pc:sldChg chg="modSp del mod">
        <pc:chgData name="Eirik Eriksen Heen" userId="3e804305-1c07-417a-9ea8-d913585be88f" providerId="ADAL" clId="{86A7CD6A-BADF-46B5-A0EB-3EAA83991659}" dt="2026-09-10T09:36:14.049" v="1685" actId="47"/>
        <pc:sldMkLst>
          <pc:docMk/>
          <pc:sldMk cId="3186395712" sldId="4727"/>
        </pc:sldMkLst>
      </pc:sldChg>
      <pc:sldChg chg="addSp delSp modSp mod">
        <pc:chgData name="Eirik Eriksen Heen" userId="3e804305-1c07-417a-9ea8-d913585be88f" providerId="ADAL" clId="{86A7CD6A-BADF-46B5-A0EB-3EAA83991659}" dt="2026-09-10T09:56:11.589" v="2004" actId="14100"/>
        <pc:sldMkLst>
          <pc:docMk/>
          <pc:sldMk cId="3054872308" sldId="4731"/>
        </pc:sldMkLst>
        <pc:spChg chg="add mod">
          <ac:chgData name="Eirik Eriksen Heen" userId="3e804305-1c07-417a-9ea8-d913585be88f" providerId="ADAL" clId="{86A7CD6A-BADF-46B5-A0EB-3EAA83991659}" dt="2026-09-10T09:38:06.962" v="1704" actId="20577"/>
          <ac:spMkLst>
            <pc:docMk/>
            <pc:sldMk cId="3054872308" sldId="4731"/>
            <ac:spMk id="7" creationId="{34000475-4067-D6E1-3639-D6AE7A1F718B}"/>
          </ac:spMkLst>
        </pc:spChg>
        <pc:spChg chg="add mod">
          <ac:chgData name="Eirik Eriksen Heen" userId="3e804305-1c07-417a-9ea8-d913585be88f" providerId="ADAL" clId="{86A7CD6A-BADF-46B5-A0EB-3EAA83991659}" dt="2026-09-10T09:40:41.302" v="1892" actId="313"/>
          <ac:spMkLst>
            <pc:docMk/>
            <pc:sldMk cId="3054872308" sldId="4731"/>
            <ac:spMk id="9" creationId="{CFF25BFE-66E4-18BC-DB22-8E76C2649320}"/>
          </ac:spMkLst>
        </pc:spChg>
        <pc:picChg chg="add del mod">
          <ac:chgData name="Eirik Eriksen Heen" userId="3e804305-1c07-417a-9ea8-d913585be88f" providerId="ADAL" clId="{86A7CD6A-BADF-46B5-A0EB-3EAA83991659}" dt="2026-09-10T09:56:04.852" v="2000" actId="478"/>
          <ac:picMkLst>
            <pc:docMk/>
            <pc:sldMk cId="3054872308" sldId="4731"/>
            <ac:picMk id="5" creationId="{5E140914-B026-3EC3-209C-8C0341B4EC3F}"/>
          </ac:picMkLst>
        </pc:picChg>
        <pc:picChg chg="add del mod">
          <ac:chgData name="Eirik Eriksen Heen" userId="3e804305-1c07-417a-9ea8-d913585be88f" providerId="ADAL" clId="{86A7CD6A-BADF-46B5-A0EB-3EAA83991659}" dt="2026-09-10T09:56:01.243" v="1997" actId="478"/>
          <ac:picMkLst>
            <pc:docMk/>
            <pc:sldMk cId="3054872308" sldId="4731"/>
            <ac:picMk id="10" creationId="{ABB0F447-A8A0-9C59-B888-60ABAC02DED1}"/>
          </ac:picMkLst>
        </pc:picChg>
        <pc:picChg chg="add mod">
          <ac:chgData name="Eirik Eriksen Heen" userId="3e804305-1c07-417a-9ea8-d913585be88f" providerId="ADAL" clId="{86A7CD6A-BADF-46B5-A0EB-3EAA83991659}" dt="2026-09-10T09:56:11.589" v="2004" actId="14100"/>
          <ac:picMkLst>
            <pc:docMk/>
            <pc:sldMk cId="3054872308" sldId="4731"/>
            <ac:picMk id="13" creationId="{54CFA00F-911C-F8B7-EFD1-4D18E62467B6}"/>
          </ac:picMkLst>
        </pc:picChg>
        <pc:picChg chg="del">
          <ac:chgData name="Eirik Eriksen Heen" userId="3e804305-1c07-417a-9ea8-d913585be88f" providerId="ADAL" clId="{86A7CD6A-BADF-46B5-A0EB-3EAA83991659}" dt="2026-09-10T09:36:45.634" v="1687" actId="478"/>
          <ac:picMkLst>
            <pc:docMk/>
            <pc:sldMk cId="3054872308" sldId="4731"/>
            <ac:picMk id="20" creationId="{9DC32000-D7AC-F194-5510-50AE9E1E2972}"/>
          </ac:picMkLst>
        </pc:picChg>
      </pc:sldChg>
      <pc:sldChg chg="modSp del mod ord">
        <pc:chgData name="Eirik Eriksen Heen" userId="3e804305-1c07-417a-9ea8-d913585be88f" providerId="ADAL" clId="{86A7CD6A-BADF-46B5-A0EB-3EAA83991659}" dt="2026-09-10T09:36:14.049" v="1685" actId="47"/>
        <pc:sldMkLst>
          <pc:docMk/>
          <pc:sldMk cId="1295186144" sldId="4732"/>
        </pc:sldMkLst>
      </pc:sldChg>
      <pc:sldChg chg="addSp delSp modSp del mod ord">
        <pc:chgData name="Eirik Eriksen Heen" userId="3e804305-1c07-417a-9ea8-d913585be88f" providerId="ADAL" clId="{86A7CD6A-BADF-46B5-A0EB-3EAA83991659}" dt="2026-09-10T09:50:47.291" v="1965" actId="47"/>
        <pc:sldMkLst>
          <pc:docMk/>
          <pc:sldMk cId="429337970" sldId="4733"/>
        </pc:sldMkLst>
      </pc:sldChg>
      <pc:sldChg chg="addSp delSp modSp del mod">
        <pc:chgData name="Eirik Eriksen Heen" userId="3e804305-1c07-417a-9ea8-d913585be88f" providerId="ADAL" clId="{86A7CD6A-BADF-46B5-A0EB-3EAA83991659}" dt="2026-09-10T09:50:47.291" v="1965" actId="47"/>
        <pc:sldMkLst>
          <pc:docMk/>
          <pc:sldMk cId="420574786" sldId="4739"/>
        </pc:sldMkLst>
      </pc:sldChg>
      <pc:sldChg chg="addSp delSp modSp new del mod ord">
        <pc:chgData name="Eirik Eriksen Heen" userId="3e804305-1c07-417a-9ea8-d913585be88f" providerId="ADAL" clId="{86A7CD6A-BADF-46B5-A0EB-3EAA83991659}" dt="2026-09-10T09:36:14.049" v="1685" actId="47"/>
        <pc:sldMkLst>
          <pc:docMk/>
          <pc:sldMk cId="4130537057" sldId="4740"/>
        </pc:sldMkLst>
      </pc:sldChg>
      <pc:sldChg chg="modSp new del mod ord">
        <pc:chgData name="Eirik Eriksen Heen" userId="3e804305-1c07-417a-9ea8-d913585be88f" providerId="ADAL" clId="{86A7CD6A-BADF-46B5-A0EB-3EAA83991659}" dt="2026-09-10T09:36:14.049" v="1685" actId="47"/>
        <pc:sldMkLst>
          <pc:docMk/>
          <pc:sldMk cId="2414755380" sldId="4741"/>
        </pc:sldMkLst>
      </pc:sldChg>
      <pc:sldChg chg="addSp delSp modSp new del mod">
        <pc:chgData name="Eirik Eriksen Heen" userId="3e804305-1c07-417a-9ea8-d913585be88f" providerId="ADAL" clId="{86A7CD6A-BADF-46B5-A0EB-3EAA83991659}" dt="2026-09-10T09:50:47.291" v="1965" actId="47"/>
        <pc:sldMkLst>
          <pc:docMk/>
          <pc:sldMk cId="554562331" sldId="4742"/>
        </pc:sldMkLst>
      </pc:sldChg>
      <pc:sldChg chg="addSp delSp modSp add del mod">
        <pc:chgData name="Eirik Eriksen Heen" userId="3e804305-1c07-417a-9ea8-d913585be88f" providerId="ADAL" clId="{86A7CD6A-BADF-46B5-A0EB-3EAA83991659}" dt="2026-09-10T09:50:47.291" v="1965" actId="47"/>
        <pc:sldMkLst>
          <pc:docMk/>
          <pc:sldMk cId="2578607066" sldId="4743"/>
        </pc:sldMkLst>
      </pc:sldChg>
      <pc:sldChg chg="modSp new del mod ord">
        <pc:chgData name="Eirik Eriksen Heen" userId="3e804305-1c07-417a-9ea8-d913585be88f" providerId="ADAL" clId="{86A7CD6A-BADF-46B5-A0EB-3EAA83991659}" dt="2026-09-10T09:50:47.291" v="1965" actId="47"/>
        <pc:sldMkLst>
          <pc:docMk/>
          <pc:sldMk cId="3668664942" sldId="4744"/>
        </pc:sldMkLst>
      </pc:sldChg>
      <pc:sldChg chg="addSp delSp modSp new del mod">
        <pc:chgData name="Eirik Eriksen Heen" userId="3e804305-1c07-417a-9ea8-d913585be88f" providerId="ADAL" clId="{86A7CD6A-BADF-46B5-A0EB-3EAA83991659}" dt="2026-09-10T09:50:47.291" v="1965" actId="47"/>
        <pc:sldMkLst>
          <pc:docMk/>
          <pc:sldMk cId="2631697856" sldId="4747"/>
        </pc:sldMkLst>
      </pc:sldChg>
      <pc:sldChg chg="modSp add del mod">
        <pc:chgData name="Eirik Eriksen Heen" userId="3e804305-1c07-417a-9ea8-d913585be88f" providerId="ADAL" clId="{86A7CD6A-BADF-46B5-A0EB-3EAA83991659}" dt="2026-09-10T09:50:47.291" v="1965" actId="47"/>
        <pc:sldMkLst>
          <pc:docMk/>
          <pc:sldMk cId="2283974198" sldId="4748"/>
        </pc:sldMkLst>
      </pc:sldChg>
      <pc:sldChg chg="modSp add del mod modNotesTx">
        <pc:chgData name="Eirik Eriksen Heen" userId="3e804305-1c07-417a-9ea8-d913585be88f" providerId="ADAL" clId="{86A7CD6A-BADF-46B5-A0EB-3EAA83991659}" dt="2026-09-10T09:50:47.291" v="1965" actId="47"/>
        <pc:sldMkLst>
          <pc:docMk/>
          <pc:sldMk cId="118938497" sldId="4749"/>
        </pc:sldMkLst>
      </pc:sldChg>
      <pc:sldChg chg="modSp add del mod">
        <pc:chgData name="Eirik Eriksen Heen" userId="3e804305-1c07-417a-9ea8-d913585be88f" providerId="ADAL" clId="{86A7CD6A-BADF-46B5-A0EB-3EAA83991659}" dt="2026-09-10T09:50:47.291" v="1965" actId="47"/>
        <pc:sldMkLst>
          <pc:docMk/>
          <pc:sldMk cId="1674722654" sldId="4750"/>
        </pc:sldMkLst>
      </pc:sldChg>
      <pc:sldChg chg="modSp new del mod">
        <pc:chgData name="Eirik Eriksen Heen" userId="3e804305-1c07-417a-9ea8-d913585be88f" providerId="ADAL" clId="{86A7CD6A-BADF-46B5-A0EB-3EAA83991659}" dt="2026-09-10T09:50:47.291" v="1965" actId="47"/>
        <pc:sldMkLst>
          <pc:docMk/>
          <pc:sldMk cId="1257362878" sldId="4751"/>
        </pc:sldMkLst>
      </pc:sldChg>
      <pc:sldChg chg="del">
        <pc:chgData name="Eirik Eriksen Heen" userId="3e804305-1c07-417a-9ea8-d913585be88f" providerId="ADAL" clId="{86A7CD6A-BADF-46B5-A0EB-3EAA83991659}" dt="2026-09-10T09:50:47.291" v="1965" actId="47"/>
        <pc:sldMkLst>
          <pc:docMk/>
          <pc:sldMk cId="594387457" sldId="4752"/>
        </pc:sldMkLst>
      </pc:sldChg>
      <pc:sldChg chg="del">
        <pc:chgData name="Eirik Eriksen Heen" userId="3e804305-1c07-417a-9ea8-d913585be88f" providerId="ADAL" clId="{86A7CD6A-BADF-46B5-A0EB-3EAA83991659}" dt="2026-09-10T09:50:47.291" v="1965" actId="47"/>
        <pc:sldMkLst>
          <pc:docMk/>
          <pc:sldMk cId="433656334" sldId="4753"/>
        </pc:sldMkLst>
      </pc:sldChg>
      <pc:sldChg chg="addSp delSp modSp del mod ord">
        <pc:chgData name="Eirik Eriksen Heen" userId="3e804305-1c07-417a-9ea8-d913585be88f" providerId="ADAL" clId="{86A7CD6A-BADF-46B5-A0EB-3EAA83991659}" dt="2026-09-10T09:50:47.291" v="1965" actId="47"/>
        <pc:sldMkLst>
          <pc:docMk/>
          <pc:sldMk cId="2712911728" sldId="4754"/>
        </pc:sldMkLst>
        <pc:spChg chg="del mod">
          <ac:chgData name="Eirik Eriksen Heen" userId="3e804305-1c07-417a-9ea8-d913585be88f" providerId="ADAL" clId="{86A7CD6A-BADF-46B5-A0EB-3EAA83991659}" dt="2026-09-10T09:44:24.767" v="1934" actId="478"/>
          <ac:spMkLst>
            <pc:docMk/>
            <pc:sldMk cId="2712911728" sldId="4754"/>
            <ac:spMk id="4" creationId="{3092A261-C198-D997-985D-9CA7526E38AD}"/>
          </ac:spMkLst>
        </pc:spChg>
      </pc:sldChg>
      <pc:sldChg chg="del">
        <pc:chgData name="Eirik Eriksen Heen" userId="3e804305-1c07-417a-9ea8-d913585be88f" providerId="ADAL" clId="{86A7CD6A-BADF-46B5-A0EB-3EAA83991659}" dt="2026-09-10T09:50:47.291" v="1965" actId="47"/>
        <pc:sldMkLst>
          <pc:docMk/>
          <pc:sldMk cId="3153263572" sldId="4755"/>
        </pc:sldMkLst>
      </pc:sldChg>
      <pc:sldChg chg="addSp delSp modSp mod ord">
        <pc:chgData name="Eirik Eriksen Heen" userId="3e804305-1c07-417a-9ea8-d913585be88f" providerId="ADAL" clId="{86A7CD6A-BADF-46B5-A0EB-3EAA83991659}" dt="2026-09-11T09:44:44.987" v="2911" actId="1076"/>
        <pc:sldMkLst>
          <pc:docMk/>
          <pc:sldMk cId="777636245" sldId="4756"/>
        </pc:sldMkLst>
        <pc:spChg chg="mod">
          <ac:chgData name="Eirik Eriksen Heen" userId="3e804305-1c07-417a-9ea8-d913585be88f" providerId="ADAL" clId="{86A7CD6A-BADF-46B5-A0EB-3EAA83991659}" dt="2026-09-10T09:43:35.629" v="1924" actId="20577"/>
          <ac:spMkLst>
            <pc:docMk/>
            <pc:sldMk cId="777636245" sldId="4756"/>
            <ac:spMk id="2" creationId="{EC6415C3-67F7-1349-30DA-01367086EEDD}"/>
          </ac:spMkLst>
        </pc:spChg>
        <pc:spChg chg="add del mod">
          <ac:chgData name="Eirik Eriksen Heen" userId="3e804305-1c07-417a-9ea8-d913585be88f" providerId="ADAL" clId="{86A7CD6A-BADF-46B5-A0EB-3EAA83991659}" dt="2026-09-10T09:43:38.908" v="1925" actId="478"/>
          <ac:spMkLst>
            <pc:docMk/>
            <pc:sldMk cId="777636245" sldId="4756"/>
            <ac:spMk id="4" creationId="{5A0C6A22-D6C8-33CC-2D70-BD3B4620235E}"/>
          </ac:spMkLst>
        </pc:spChg>
        <pc:spChg chg="mod">
          <ac:chgData name="Eirik Eriksen Heen" userId="3e804305-1c07-417a-9ea8-d913585be88f" providerId="ADAL" clId="{86A7CD6A-BADF-46B5-A0EB-3EAA83991659}" dt="2026-09-11T09:44:40.367" v="2909" actId="1076"/>
          <ac:spMkLst>
            <pc:docMk/>
            <pc:sldMk cId="777636245" sldId="4756"/>
            <ac:spMk id="5" creationId="{063D1ACE-8D40-9018-F34E-D88A99610DB7}"/>
          </ac:spMkLst>
        </pc:spChg>
        <pc:spChg chg="del">
          <ac:chgData name="Eirik Eriksen Heen" userId="3e804305-1c07-417a-9ea8-d913585be88f" providerId="ADAL" clId="{86A7CD6A-BADF-46B5-A0EB-3EAA83991659}" dt="2026-09-10T09:43:45.601" v="1926" actId="478"/>
          <ac:spMkLst>
            <pc:docMk/>
            <pc:sldMk cId="777636245" sldId="4756"/>
            <ac:spMk id="6" creationId="{E618A58B-FDBC-782C-79E9-C9580C441CA2}"/>
          </ac:spMkLst>
        </pc:spChg>
        <pc:spChg chg="add del mod">
          <ac:chgData name="Eirik Eriksen Heen" userId="3e804305-1c07-417a-9ea8-d913585be88f" providerId="ADAL" clId="{86A7CD6A-BADF-46B5-A0EB-3EAA83991659}" dt="2026-09-11T07:03:20.254" v="2814" actId="21"/>
          <ac:spMkLst>
            <pc:docMk/>
            <pc:sldMk cId="777636245" sldId="4756"/>
            <ac:spMk id="7" creationId="{2430B8F6-9F25-495E-83B5-27F74D9DB646}"/>
          </ac:spMkLst>
        </pc:spChg>
        <pc:spChg chg="add del mod">
          <ac:chgData name="Eirik Eriksen Heen" userId="3e804305-1c07-417a-9ea8-d913585be88f" providerId="ADAL" clId="{86A7CD6A-BADF-46B5-A0EB-3EAA83991659}" dt="2026-09-10T09:43:49.683" v="1928" actId="478"/>
          <ac:spMkLst>
            <pc:docMk/>
            <pc:sldMk cId="777636245" sldId="4756"/>
            <ac:spMk id="7" creationId="{FBD1C674-99A7-96C1-CD1A-6A10C6AE0432}"/>
          </ac:spMkLst>
        </pc:spChg>
        <pc:spChg chg="add mod">
          <ac:chgData name="Eirik Eriksen Heen" userId="3e804305-1c07-417a-9ea8-d913585be88f" providerId="ADAL" clId="{86A7CD6A-BADF-46B5-A0EB-3EAA83991659}" dt="2026-09-11T09:44:44.987" v="2911" actId="1076"/>
          <ac:spMkLst>
            <pc:docMk/>
            <pc:sldMk cId="777636245" sldId="4756"/>
            <ac:spMk id="9" creationId="{EDC60ED5-2432-3899-0045-6FAA6DD1A51D}"/>
          </ac:spMkLst>
        </pc:spChg>
        <pc:spChg chg="add mod">
          <ac:chgData name="Eirik Eriksen Heen" userId="3e804305-1c07-417a-9ea8-d913585be88f" providerId="ADAL" clId="{86A7CD6A-BADF-46B5-A0EB-3EAA83991659}" dt="2026-09-11T09:44:37.529" v="2908" actId="1076"/>
          <ac:spMkLst>
            <pc:docMk/>
            <pc:sldMk cId="777636245" sldId="4756"/>
            <ac:spMk id="10" creationId="{0238C46E-DCB2-EA00-DCFD-8FEE61F11499}"/>
          </ac:spMkLst>
        </pc:spChg>
        <pc:spChg chg="add mod">
          <ac:chgData name="Eirik Eriksen Heen" userId="3e804305-1c07-417a-9ea8-d913585be88f" providerId="ADAL" clId="{86A7CD6A-BADF-46B5-A0EB-3EAA83991659}" dt="2026-09-11T09:44:44.987" v="2911" actId="1076"/>
          <ac:spMkLst>
            <pc:docMk/>
            <pc:sldMk cId="777636245" sldId="4756"/>
            <ac:spMk id="11" creationId="{CF42EFAC-C307-EEB9-5E52-89A47DB8A088}"/>
          </ac:spMkLst>
        </pc:spChg>
        <pc:spChg chg="add mod">
          <ac:chgData name="Eirik Eriksen Heen" userId="3e804305-1c07-417a-9ea8-d913585be88f" providerId="ADAL" clId="{86A7CD6A-BADF-46B5-A0EB-3EAA83991659}" dt="2026-09-11T09:44:29.056" v="2906" actId="1076"/>
          <ac:spMkLst>
            <pc:docMk/>
            <pc:sldMk cId="777636245" sldId="4756"/>
            <ac:spMk id="13" creationId="{0A51556B-34A1-C841-8123-8464913E8F99}"/>
          </ac:spMkLst>
        </pc:spChg>
        <pc:picChg chg="add mod">
          <ac:chgData name="Eirik Eriksen Heen" userId="3e804305-1c07-417a-9ea8-d913585be88f" providerId="ADAL" clId="{86A7CD6A-BADF-46B5-A0EB-3EAA83991659}" dt="2026-09-11T08:30:16.582" v="2827" actId="1076"/>
          <ac:picMkLst>
            <pc:docMk/>
            <pc:sldMk cId="777636245" sldId="4756"/>
            <ac:picMk id="4" creationId="{D74BF7EF-BC92-70BD-4DE1-308307E44C10}"/>
          </ac:picMkLst>
        </pc:picChg>
      </pc:sldChg>
      <pc:sldChg chg="addSp modSp del mod">
        <pc:chgData name="Eirik Eriksen Heen" userId="3e804305-1c07-417a-9ea8-d913585be88f" providerId="ADAL" clId="{86A7CD6A-BADF-46B5-A0EB-3EAA83991659}" dt="2026-09-10T09:50:47.291" v="1965" actId="47"/>
        <pc:sldMkLst>
          <pc:docMk/>
          <pc:sldMk cId="3409727806" sldId="4757"/>
        </pc:sldMkLst>
      </pc:sldChg>
      <pc:sldChg chg="addSp modSp del mod">
        <pc:chgData name="Eirik Eriksen Heen" userId="3e804305-1c07-417a-9ea8-d913585be88f" providerId="ADAL" clId="{86A7CD6A-BADF-46B5-A0EB-3EAA83991659}" dt="2026-09-10T09:50:47.291" v="1965" actId="47"/>
        <pc:sldMkLst>
          <pc:docMk/>
          <pc:sldMk cId="3009898249" sldId="4758"/>
        </pc:sldMkLst>
      </pc:sldChg>
      <pc:sldChg chg="addSp modSp del mod">
        <pc:chgData name="Eirik Eriksen Heen" userId="3e804305-1c07-417a-9ea8-d913585be88f" providerId="ADAL" clId="{86A7CD6A-BADF-46B5-A0EB-3EAA83991659}" dt="2026-09-10T09:50:47.291" v="1965" actId="47"/>
        <pc:sldMkLst>
          <pc:docMk/>
          <pc:sldMk cId="543318312" sldId="4759"/>
        </pc:sldMkLst>
      </pc:sldChg>
      <pc:sldChg chg="addSp modSp del mod">
        <pc:chgData name="Eirik Eriksen Heen" userId="3e804305-1c07-417a-9ea8-d913585be88f" providerId="ADAL" clId="{86A7CD6A-BADF-46B5-A0EB-3EAA83991659}" dt="2026-09-10T09:50:47.291" v="1965" actId="47"/>
        <pc:sldMkLst>
          <pc:docMk/>
          <pc:sldMk cId="1270967809" sldId="4760"/>
        </pc:sldMkLst>
      </pc:sldChg>
      <pc:sldChg chg="addSp modSp mod">
        <pc:chgData name="Eirik Eriksen Heen" userId="3e804305-1c07-417a-9ea8-d913585be88f" providerId="ADAL" clId="{86A7CD6A-BADF-46B5-A0EB-3EAA83991659}" dt="2026-09-10T09:56:40.708" v="2015" actId="20577"/>
        <pc:sldMkLst>
          <pc:docMk/>
          <pc:sldMk cId="3555251794" sldId="4761"/>
        </pc:sldMkLst>
        <pc:spChg chg="mod">
          <ac:chgData name="Eirik Eriksen Heen" userId="3e804305-1c07-417a-9ea8-d913585be88f" providerId="ADAL" clId="{86A7CD6A-BADF-46B5-A0EB-3EAA83991659}" dt="2026-09-10T09:56:40.708" v="2015" actId="20577"/>
          <ac:spMkLst>
            <pc:docMk/>
            <pc:sldMk cId="3555251794" sldId="4761"/>
            <ac:spMk id="4" creationId="{C095F124-D72F-6AD7-6BEF-6DF52A12CC4B}"/>
          </ac:spMkLst>
        </pc:spChg>
        <pc:spChg chg="mod">
          <ac:chgData name="Eirik Eriksen Heen" userId="3e804305-1c07-417a-9ea8-d913585be88f" providerId="ADAL" clId="{86A7CD6A-BADF-46B5-A0EB-3EAA83991659}" dt="2026-09-10T09:51:59.636" v="1991" actId="27636"/>
          <ac:spMkLst>
            <pc:docMk/>
            <pc:sldMk cId="3555251794" sldId="4761"/>
            <ac:spMk id="5" creationId="{D2F95F61-EB23-606B-2049-C5951B78AAEF}"/>
          </ac:spMkLst>
        </pc:spChg>
        <pc:spChg chg="add mod">
          <ac:chgData name="Eirik Eriksen Heen" userId="3e804305-1c07-417a-9ea8-d913585be88f" providerId="ADAL" clId="{86A7CD6A-BADF-46B5-A0EB-3EAA83991659}" dt="2026-09-10T09:52:43.942" v="1993" actId="20577"/>
          <ac:spMkLst>
            <pc:docMk/>
            <pc:sldMk cId="3555251794" sldId="4761"/>
            <ac:spMk id="6" creationId="{1652DE65-CCAC-D5DB-5ABA-5F3E570F29C6}"/>
          </ac:spMkLst>
        </pc:spChg>
      </pc:sldChg>
      <pc:sldChg chg="addSp modSp mod">
        <pc:chgData name="Eirik Eriksen Heen" userId="3e804305-1c07-417a-9ea8-d913585be88f" providerId="ADAL" clId="{86A7CD6A-BADF-46B5-A0EB-3EAA83991659}" dt="2026-09-10T09:57:39.448" v="2021" actId="14100"/>
        <pc:sldMkLst>
          <pc:docMk/>
          <pc:sldMk cId="3796467468" sldId="4762"/>
        </pc:sldMkLst>
        <pc:spChg chg="add mod">
          <ac:chgData name="Eirik Eriksen Heen" userId="3e804305-1c07-417a-9ea8-d913585be88f" providerId="ADAL" clId="{86A7CD6A-BADF-46B5-A0EB-3EAA83991659}" dt="2026-09-10T09:56:54.277" v="2016" actId="20577"/>
          <ac:spMkLst>
            <pc:docMk/>
            <pc:sldMk cId="3796467468" sldId="4762"/>
            <ac:spMk id="5" creationId="{BB9B57F1-5CE8-66F5-087A-22CEE451A5C7}"/>
          </ac:spMkLst>
        </pc:spChg>
        <pc:spChg chg="mod">
          <ac:chgData name="Eirik Eriksen Heen" userId="3e804305-1c07-417a-9ea8-d913585be88f" providerId="ADAL" clId="{86A7CD6A-BADF-46B5-A0EB-3EAA83991659}" dt="2026-09-10T09:57:39.448" v="2021" actId="14100"/>
          <ac:spMkLst>
            <pc:docMk/>
            <pc:sldMk cId="3796467468" sldId="4762"/>
            <ac:spMk id="13" creationId="{0295545B-776D-B553-BC3E-0B86EBAEF167}"/>
          </ac:spMkLst>
        </pc:spChg>
      </pc:sldChg>
      <pc:sldChg chg="addSp delSp modSp mod modClrScheme chgLayout">
        <pc:chgData name="Eirik Eriksen Heen" userId="3e804305-1c07-417a-9ea8-d913585be88f" providerId="ADAL" clId="{86A7CD6A-BADF-46B5-A0EB-3EAA83991659}" dt="2026-09-11T09:38:34.971" v="2895" actId="1076"/>
        <pc:sldMkLst>
          <pc:docMk/>
          <pc:sldMk cId="3562483684" sldId="4763"/>
        </pc:sldMkLst>
        <pc:spChg chg="mod ord">
          <ac:chgData name="Eirik Eriksen Heen" userId="3e804305-1c07-417a-9ea8-d913585be88f" providerId="ADAL" clId="{86A7CD6A-BADF-46B5-A0EB-3EAA83991659}" dt="2026-09-10T11:17:15.861" v="2052" actId="700"/>
          <ac:spMkLst>
            <pc:docMk/>
            <pc:sldMk cId="3562483684" sldId="4763"/>
            <ac:spMk id="2" creationId="{FF6C51CD-EBBF-64E5-8EE5-24F1D9916E74}"/>
          </ac:spMkLst>
        </pc:spChg>
        <pc:spChg chg="del mod ord">
          <ac:chgData name="Eirik Eriksen Heen" userId="3e804305-1c07-417a-9ea8-d913585be88f" providerId="ADAL" clId="{86A7CD6A-BADF-46B5-A0EB-3EAA83991659}" dt="2026-09-10T11:17:15.861" v="2052" actId="700"/>
          <ac:spMkLst>
            <pc:docMk/>
            <pc:sldMk cId="3562483684" sldId="4763"/>
            <ac:spMk id="3" creationId="{77BDF40B-1338-6FDD-266A-98F4E3DCA4E7}"/>
          </ac:spMkLst>
        </pc:spChg>
        <pc:spChg chg="add mod">
          <ac:chgData name="Eirik Eriksen Heen" userId="3e804305-1c07-417a-9ea8-d913585be88f" providerId="ADAL" clId="{86A7CD6A-BADF-46B5-A0EB-3EAA83991659}" dt="2026-09-10T11:17:52.248" v="2056" actId="1076"/>
          <ac:spMkLst>
            <pc:docMk/>
            <pc:sldMk cId="3562483684" sldId="4763"/>
            <ac:spMk id="5" creationId="{3FF6ABFC-8270-E6C3-5BB2-A8AF4CE09939}"/>
          </ac:spMkLst>
        </pc:spChg>
        <pc:spChg chg="add mod ord">
          <ac:chgData name="Eirik Eriksen Heen" userId="3e804305-1c07-417a-9ea8-d913585be88f" providerId="ADAL" clId="{86A7CD6A-BADF-46B5-A0EB-3EAA83991659}" dt="2026-09-10T11:17:15.861" v="2052" actId="700"/>
          <ac:spMkLst>
            <pc:docMk/>
            <pc:sldMk cId="3562483684" sldId="4763"/>
            <ac:spMk id="6" creationId="{892D3AE8-CCF2-97BA-2C6C-B5D6F032BFAD}"/>
          </ac:spMkLst>
        </pc:spChg>
        <pc:spChg chg="add del mod ord">
          <ac:chgData name="Eirik Eriksen Heen" userId="3e804305-1c07-417a-9ea8-d913585be88f" providerId="ADAL" clId="{86A7CD6A-BADF-46B5-A0EB-3EAA83991659}" dt="2026-09-10T11:17:25.387" v="2053" actId="22"/>
          <ac:spMkLst>
            <pc:docMk/>
            <pc:sldMk cId="3562483684" sldId="4763"/>
            <ac:spMk id="7" creationId="{E0BA81ED-DB13-20F0-0C8C-2DFA1F8911E7}"/>
          </ac:spMkLst>
        </pc:spChg>
        <pc:spChg chg="add mod">
          <ac:chgData name="Eirik Eriksen Heen" userId="3e804305-1c07-417a-9ea8-d913585be88f" providerId="ADAL" clId="{86A7CD6A-BADF-46B5-A0EB-3EAA83991659}" dt="2026-09-10T11:19:13.532" v="2099" actId="1076"/>
          <ac:spMkLst>
            <pc:docMk/>
            <pc:sldMk cId="3562483684" sldId="4763"/>
            <ac:spMk id="11" creationId="{41A90807-7523-B1AA-3ED5-8B51DCEBC9D6}"/>
          </ac:spMkLst>
        </pc:spChg>
        <pc:picChg chg="add mod">
          <ac:chgData name="Eirik Eriksen Heen" userId="3e804305-1c07-417a-9ea8-d913585be88f" providerId="ADAL" clId="{86A7CD6A-BADF-46B5-A0EB-3EAA83991659}" dt="2026-09-11T09:38:34.971" v="2895" actId="1076"/>
          <ac:picMkLst>
            <pc:docMk/>
            <pc:sldMk cId="3562483684" sldId="4763"/>
            <ac:picMk id="9" creationId="{40DAEC2D-908F-0207-AE89-FBBE06405502}"/>
          </ac:picMkLst>
        </pc:picChg>
      </pc:sldChg>
      <pc:sldChg chg="addSp delSp modSp new del mod">
        <pc:chgData name="Eirik Eriksen Heen" userId="3e804305-1c07-417a-9ea8-d913585be88f" providerId="ADAL" clId="{86A7CD6A-BADF-46B5-A0EB-3EAA83991659}" dt="2026-09-10T09:50:47.291" v="1965" actId="47"/>
        <pc:sldMkLst>
          <pc:docMk/>
          <pc:sldMk cId="937772082" sldId="4764"/>
        </pc:sldMkLst>
      </pc:sldChg>
      <pc:sldChg chg="addSp modSp add mod">
        <pc:chgData name="Eirik Eriksen Heen" userId="3e804305-1c07-417a-9ea8-d913585be88f" providerId="ADAL" clId="{86A7CD6A-BADF-46B5-A0EB-3EAA83991659}" dt="2026-09-11T08:29:20.503" v="2825" actId="14100"/>
        <pc:sldMkLst>
          <pc:docMk/>
          <pc:sldMk cId="2141435757" sldId="4765"/>
        </pc:sldMkLst>
        <pc:spChg chg="add mod">
          <ac:chgData name="Eirik Eriksen Heen" userId="3e804305-1c07-417a-9ea8-d913585be88f" providerId="ADAL" clId="{86A7CD6A-BADF-46B5-A0EB-3EAA83991659}" dt="2026-09-11T06:53:46.035" v="2801" actId="207"/>
          <ac:spMkLst>
            <pc:docMk/>
            <pc:sldMk cId="2141435757" sldId="4765"/>
            <ac:spMk id="4" creationId="{74B31899-1F21-4EAB-1147-076675E6472F}"/>
          </ac:spMkLst>
        </pc:spChg>
        <pc:spChg chg="mod">
          <ac:chgData name="Eirik Eriksen Heen" userId="3e804305-1c07-417a-9ea8-d913585be88f" providerId="ADAL" clId="{86A7CD6A-BADF-46B5-A0EB-3EAA83991659}" dt="2026-09-11T08:29:20.503" v="2825" actId="14100"/>
          <ac:spMkLst>
            <pc:docMk/>
            <pc:sldMk cId="2141435757" sldId="4765"/>
            <ac:spMk id="9" creationId="{F0460A3C-10CB-369B-EAB5-DAC6F464EC8C}"/>
          </ac:spMkLst>
        </pc:spChg>
        <pc:spChg chg="mod">
          <ac:chgData name="Eirik Eriksen Heen" userId="3e804305-1c07-417a-9ea8-d913585be88f" providerId="ADAL" clId="{86A7CD6A-BADF-46B5-A0EB-3EAA83991659}" dt="2026-09-11T06:54:03.590" v="2802" actId="1076"/>
          <ac:spMkLst>
            <pc:docMk/>
            <pc:sldMk cId="2141435757" sldId="4765"/>
            <ac:spMk id="10" creationId="{455B5C62-E259-40D1-513E-80897782634D}"/>
          </ac:spMkLst>
        </pc:spChg>
        <pc:spChg chg="mod">
          <ac:chgData name="Eirik Eriksen Heen" userId="3e804305-1c07-417a-9ea8-d913585be88f" providerId="ADAL" clId="{86A7CD6A-BADF-46B5-A0EB-3EAA83991659}" dt="2026-09-11T08:29:20.503" v="2825" actId="14100"/>
          <ac:spMkLst>
            <pc:docMk/>
            <pc:sldMk cId="2141435757" sldId="4765"/>
            <ac:spMk id="12" creationId="{D8DCC760-6111-1EFF-FDFB-B3DA15162F5E}"/>
          </ac:spMkLst>
        </pc:spChg>
        <pc:spChg chg="mod">
          <ac:chgData name="Eirik Eriksen Heen" userId="3e804305-1c07-417a-9ea8-d913585be88f" providerId="ADAL" clId="{86A7CD6A-BADF-46B5-A0EB-3EAA83991659}" dt="2026-09-11T08:29:20.503" v="2825" actId="14100"/>
          <ac:spMkLst>
            <pc:docMk/>
            <pc:sldMk cId="2141435757" sldId="4765"/>
            <ac:spMk id="14" creationId="{16B490E8-558F-45B0-092F-D4C20A853C3C}"/>
          </ac:spMkLst>
        </pc:spChg>
        <pc:graphicFrameChg chg="mod">
          <ac:chgData name="Eirik Eriksen Heen" userId="3e804305-1c07-417a-9ea8-d913585be88f" providerId="ADAL" clId="{86A7CD6A-BADF-46B5-A0EB-3EAA83991659}" dt="2026-09-11T06:51:45.497" v="2777" actId="1076"/>
          <ac:graphicFrameMkLst>
            <pc:docMk/>
            <pc:sldMk cId="2141435757" sldId="4765"/>
            <ac:graphicFrameMk id="6" creationId="{3271BDE7-597D-5B05-0734-A30007DB411F}"/>
          </ac:graphicFrameMkLst>
        </pc:graphicFrameChg>
      </pc:sldChg>
      <pc:sldChg chg="addSp delSp modSp new mod">
        <pc:chgData name="Eirik Eriksen Heen" userId="3e804305-1c07-417a-9ea8-d913585be88f" providerId="ADAL" clId="{86A7CD6A-BADF-46B5-A0EB-3EAA83991659}" dt="2026-09-10T12:40:27.911" v="2495" actId="20577"/>
        <pc:sldMkLst>
          <pc:docMk/>
          <pc:sldMk cId="1749478814" sldId="4766"/>
        </pc:sldMkLst>
        <pc:spChg chg="mod">
          <ac:chgData name="Eirik Eriksen Heen" userId="3e804305-1c07-417a-9ea8-d913585be88f" providerId="ADAL" clId="{86A7CD6A-BADF-46B5-A0EB-3EAA83991659}" dt="2026-09-10T09:50:25.310" v="1964"/>
          <ac:spMkLst>
            <pc:docMk/>
            <pc:sldMk cId="1749478814" sldId="4766"/>
            <ac:spMk id="2" creationId="{FDD89DE8-3E85-02A3-7158-A274952756E0}"/>
          </ac:spMkLst>
        </pc:spChg>
        <pc:spChg chg="del">
          <ac:chgData name="Eirik Eriksen Heen" userId="3e804305-1c07-417a-9ea8-d913585be88f" providerId="ADAL" clId="{86A7CD6A-BADF-46B5-A0EB-3EAA83991659}" dt="2026-09-10T09:46:50.995" v="1938" actId="478"/>
          <ac:spMkLst>
            <pc:docMk/>
            <pc:sldMk cId="1749478814" sldId="4766"/>
            <ac:spMk id="3" creationId="{777B276D-424C-AB54-32F7-F4B7E35C9A08}"/>
          </ac:spMkLst>
        </pc:spChg>
        <pc:spChg chg="del">
          <ac:chgData name="Eirik Eriksen Heen" userId="3e804305-1c07-417a-9ea8-d913585be88f" providerId="ADAL" clId="{86A7CD6A-BADF-46B5-A0EB-3EAA83991659}" dt="2026-09-10T09:46:52.006" v="1939" actId="478"/>
          <ac:spMkLst>
            <pc:docMk/>
            <pc:sldMk cId="1749478814" sldId="4766"/>
            <ac:spMk id="4" creationId="{64414D9B-1CE2-D6EB-D151-F58D2DB2BA02}"/>
          </ac:spMkLst>
        </pc:spChg>
        <pc:graphicFrameChg chg="add mod modGraphic">
          <ac:chgData name="Eirik Eriksen Heen" userId="3e804305-1c07-417a-9ea8-d913585be88f" providerId="ADAL" clId="{86A7CD6A-BADF-46B5-A0EB-3EAA83991659}" dt="2026-09-10T12:40:27.911" v="2495" actId="20577"/>
          <ac:graphicFrameMkLst>
            <pc:docMk/>
            <pc:sldMk cId="1749478814" sldId="4766"/>
            <ac:graphicFrameMk id="5" creationId="{B5444B08-B48E-C575-1BE3-BB978E97D88F}"/>
          </ac:graphicFrameMkLst>
        </pc:graphicFrameChg>
      </pc:sldChg>
      <pc:sldChg chg="addSp delSp modSp new mod modClrScheme chgLayout">
        <pc:chgData name="Eirik Eriksen Heen" userId="3e804305-1c07-417a-9ea8-d913585be88f" providerId="ADAL" clId="{86A7CD6A-BADF-46B5-A0EB-3EAA83991659}" dt="2026-09-11T09:34:17.588" v="2894" actId="14734"/>
        <pc:sldMkLst>
          <pc:docMk/>
          <pc:sldMk cId="295400889" sldId="4767"/>
        </pc:sldMkLst>
        <pc:spChg chg="del mod ord">
          <ac:chgData name="Eirik Eriksen Heen" userId="3e804305-1c07-417a-9ea8-d913585be88f" providerId="ADAL" clId="{86A7CD6A-BADF-46B5-A0EB-3EAA83991659}" dt="2026-09-10T10:03:18.596" v="2025" actId="700"/>
          <ac:spMkLst>
            <pc:docMk/>
            <pc:sldMk cId="295400889" sldId="4767"/>
            <ac:spMk id="2" creationId="{B354863B-C7D6-B5E8-85F0-846A82DCDDB2}"/>
          </ac:spMkLst>
        </pc:spChg>
        <pc:spChg chg="add del mod ord">
          <ac:chgData name="Eirik Eriksen Heen" userId="3e804305-1c07-417a-9ea8-d913585be88f" providerId="ADAL" clId="{86A7CD6A-BADF-46B5-A0EB-3EAA83991659}" dt="2026-09-10T10:03:18.596" v="2025" actId="700"/>
          <ac:spMkLst>
            <pc:docMk/>
            <pc:sldMk cId="295400889" sldId="4767"/>
            <ac:spMk id="3" creationId="{BE712114-3ADD-441D-AE1E-08C0F481D9AD}"/>
          </ac:spMkLst>
        </pc:spChg>
        <pc:spChg chg="del">
          <ac:chgData name="Eirik Eriksen Heen" userId="3e804305-1c07-417a-9ea8-d913585be88f" providerId="ADAL" clId="{86A7CD6A-BADF-46B5-A0EB-3EAA83991659}" dt="2026-09-10T10:03:18.596" v="2025" actId="700"/>
          <ac:spMkLst>
            <pc:docMk/>
            <pc:sldMk cId="295400889" sldId="4767"/>
            <ac:spMk id="4" creationId="{E97A9EC7-A301-DAB6-38CA-B2EE9EA913DE}"/>
          </ac:spMkLst>
        </pc:spChg>
        <pc:spChg chg="add mod ord">
          <ac:chgData name="Eirik Eriksen Heen" userId="3e804305-1c07-417a-9ea8-d913585be88f" providerId="ADAL" clId="{86A7CD6A-BADF-46B5-A0EB-3EAA83991659}" dt="2026-09-10T10:03:57.083" v="2046" actId="313"/>
          <ac:spMkLst>
            <pc:docMk/>
            <pc:sldMk cId="295400889" sldId="4767"/>
            <ac:spMk id="6" creationId="{29F86719-0F6B-FDD6-C8DE-65E2970C0A8B}"/>
          </ac:spMkLst>
        </pc:spChg>
        <pc:spChg chg="add del mod ord">
          <ac:chgData name="Eirik Eriksen Heen" userId="3e804305-1c07-417a-9ea8-d913585be88f" providerId="ADAL" clId="{86A7CD6A-BADF-46B5-A0EB-3EAA83991659}" dt="2026-09-10T10:03:20.374" v="2026"/>
          <ac:spMkLst>
            <pc:docMk/>
            <pc:sldMk cId="295400889" sldId="4767"/>
            <ac:spMk id="7" creationId="{687F519D-13F1-ACBC-8535-8DDE55EDB42C}"/>
          </ac:spMkLst>
        </pc:spChg>
        <pc:graphicFrameChg chg="add mod">
          <ac:chgData name="Eirik Eriksen Heen" userId="3e804305-1c07-417a-9ea8-d913585be88f" providerId="ADAL" clId="{86A7CD6A-BADF-46B5-A0EB-3EAA83991659}" dt="2026-09-10T10:03:15.253" v="2024"/>
          <ac:graphicFrameMkLst>
            <pc:docMk/>
            <pc:sldMk cId="295400889" sldId="4767"/>
            <ac:graphicFrameMk id="5" creationId="{AA99341F-9D4B-1A1F-FA61-84BC86BC0447}"/>
          </ac:graphicFrameMkLst>
        </pc:graphicFrameChg>
        <pc:graphicFrameChg chg="add mod modGraphic">
          <ac:chgData name="Eirik Eriksen Heen" userId="3e804305-1c07-417a-9ea8-d913585be88f" providerId="ADAL" clId="{86A7CD6A-BADF-46B5-A0EB-3EAA83991659}" dt="2026-09-11T09:34:17.588" v="2894" actId="14734"/>
          <ac:graphicFrameMkLst>
            <pc:docMk/>
            <pc:sldMk cId="295400889" sldId="4767"/>
            <ac:graphicFrameMk id="8" creationId="{9E3780F7-D226-DBF9-6EBD-08E722CC86A1}"/>
          </ac:graphicFrameMkLst>
        </pc:graphicFrameChg>
      </pc:sldChg>
      <pc:sldChg chg="addSp delSp modSp new mod">
        <pc:chgData name="Eirik Eriksen Heen" userId="3e804305-1c07-417a-9ea8-d913585be88f" providerId="ADAL" clId="{86A7CD6A-BADF-46B5-A0EB-3EAA83991659}" dt="2026-09-11T09:40:38.103" v="2904" actId="20577"/>
        <pc:sldMkLst>
          <pc:docMk/>
          <pc:sldMk cId="3548751064" sldId="4768"/>
        </pc:sldMkLst>
        <pc:spChg chg="mod">
          <ac:chgData name="Eirik Eriksen Heen" userId="3e804305-1c07-417a-9ea8-d913585be88f" providerId="ADAL" clId="{86A7CD6A-BADF-46B5-A0EB-3EAA83991659}" dt="2026-09-10T11:29:33.926" v="2264"/>
          <ac:spMkLst>
            <pc:docMk/>
            <pc:sldMk cId="3548751064" sldId="4768"/>
            <ac:spMk id="2" creationId="{6889A429-F238-AC7A-CAC8-95D93C9A676F}"/>
          </ac:spMkLst>
        </pc:spChg>
        <pc:spChg chg="mod">
          <ac:chgData name="Eirik Eriksen Heen" userId="3e804305-1c07-417a-9ea8-d913585be88f" providerId="ADAL" clId="{86A7CD6A-BADF-46B5-A0EB-3EAA83991659}" dt="2026-09-10T11:40:35.489" v="2375" actId="20577"/>
          <ac:spMkLst>
            <pc:docMk/>
            <pc:sldMk cId="3548751064" sldId="4768"/>
            <ac:spMk id="3" creationId="{2485AF4E-3888-5182-BBA7-DEFB3ABD6819}"/>
          </ac:spMkLst>
        </pc:spChg>
        <pc:spChg chg="mod">
          <ac:chgData name="Eirik Eriksen Heen" userId="3e804305-1c07-417a-9ea8-d913585be88f" providerId="ADAL" clId="{86A7CD6A-BADF-46B5-A0EB-3EAA83991659}" dt="2026-09-11T09:40:38.103" v="2904" actId="20577"/>
          <ac:spMkLst>
            <pc:docMk/>
            <pc:sldMk cId="3548751064" sldId="4768"/>
            <ac:spMk id="4" creationId="{123D0207-BDA5-DAA5-6A4E-F77144CB3C3C}"/>
          </ac:spMkLst>
        </pc:spChg>
        <pc:spChg chg="add mod">
          <ac:chgData name="Eirik Eriksen Heen" userId="3e804305-1c07-417a-9ea8-d913585be88f" providerId="ADAL" clId="{86A7CD6A-BADF-46B5-A0EB-3EAA83991659}" dt="2026-09-11T09:38:50.064" v="2896" actId="1076"/>
          <ac:spMkLst>
            <pc:docMk/>
            <pc:sldMk cId="3548751064" sldId="4768"/>
            <ac:spMk id="6" creationId="{238CE282-45F2-6F83-E171-1B1409909A1E}"/>
          </ac:spMkLst>
        </pc:spChg>
        <pc:spChg chg="add mod">
          <ac:chgData name="Eirik Eriksen Heen" userId="3e804305-1c07-417a-9ea8-d913585be88f" providerId="ADAL" clId="{86A7CD6A-BADF-46B5-A0EB-3EAA83991659}" dt="2026-09-10T11:41:04.055" v="2377" actId="1076"/>
          <ac:spMkLst>
            <pc:docMk/>
            <pc:sldMk cId="3548751064" sldId="4768"/>
            <ac:spMk id="8" creationId="{08D5ECF9-7787-F92C-7D48-C5CE30EDA469}"/>
          </ac:spMkLst>
        </pc:spChg>
        <pc:spChg chg="add del mod">
          <ac:chgData name="Eirik Eriksen Heen" userId="3e804305-1c07-417a-9ea8-d913585be88f" providerId="ADAL" clId="{86A7CD6A-BADF-46B5-A0EB-3EAA83991659}" dt="2026-09-10T11:45:40.717" v="2381" actId="21"/>
          <ac:spMkLst>
            <pc:docMk/>
            <pc:sldMk cId="3548751064" sldId="4768"/>
            <ac:spMk id="10" creationId="{2839D95B-56C1-555D-3D78-03A7EF083EEF}"/>
          </ac:spMkLst>
        </pc:spChg>
      </pc:sldChg>
      <pc:sldChg chg="addSp modSp new mod ord modClrScheme chgLayout">
        <pc:chgData name="Eirik Eriksen Heen" userId="3e804305-1c07-417a-9ea8-d913585be88f" providerId="ADAL" clId="{86A7CD6A-BADF-46B5-A0EB-3EAA83991659}" dt="2026-09-10T12:31:51.005" v="2463" actId="1076"/>
        <pc:sldMkLst>
          <pc:docMk/>
          <pc:sldMk cId="591088156" sldId="4769"/>
        </pc:sldMkLst>
        <pc:spChg chg="mod ord">
          <ac:chgData name="Eirik Eriksen Heen" userId="3e804305-1c07-417a-9ea8-d913585be88f" providerId="ADAL" clId="{86A7CD6A-BADF-46B5-A0EB-3EAA83991659}" dt="2026-09-10T11:20:17.730" v="2106" actId="700"/>
          <ac:spMkLst>
            <pc:docMk/>
            <pc:sldMk cId="591088156" sldId="4769"/>
            <ac:spMk id="2" creationId="{6A946DD4-E11E-C868-CF0C-BCF435BFDE4C}"/>
          </ac:spMkLst>
        </pc:spChg>
        <pc:spChg chg="mod ord">
          <ac:chgData name="Eirik Eriksen Heen" userId="3e804305-1c07-417a-9ea8-d913585be88f" providerId="ADAL" clId="{86A7CD6A-BADF-46B5-A0EB-3EAA83991659}" dt="2026-09-10T11:23:07.605" v="2260" actId="27636"/>
          <ac:spMkLst>
            <pc:docMk/>
            <pc:sldMk cId="591088156" sldId="4769"/>
            <ac:spMk id="3" creationId="{5F7C15C0-D72F-6751-BEB9-5DDE268086A1}"/>
          </ac:spMkLst>
        </pc:spChg>
        <pc:spChg chg="add mod ord">
          <ac:chgData name="Eirik Eriksen Heen" userId="3e804305-1c07-417a-9ea8-d913585be88f" providerId="ADAL" clId="{86A7CD6A-BADF-46B5-A0EB-3EAA83991659}" dt="2026-09-10T11:23:07.608" v="2261" actId="27636"/>
          <ac:spMkLst>
            <pc:docMk/>
            <pc:sldMk cId="591088156" sldId="4769"/>
            <ac:spMk id="4" creationId="{FBFA9A87-6207-F2D3-B047-48CA7B274D41}"/>
          </ac:spMkLst>
        </pc:spChg>
        <pc:spChg chg="add mod">
          <ac:chgData name="Eirik Eriksen Heen" userId="3e804305-1c07-417a-9ea8-d913585be88f" providerId="ADAL" clId="{86A7CD6A-BADF-46B5-A0EB-3EAA83991659}" dt="2026-09-10T12:31:51.005" v="2463" actId="1076"/>
          <ac:spMkLst>
            <pc:docMk/>
            <pc:sldMk cId="591088156" sldId="4769"/>
            <ac:spMk id="6" creationId="{8409E84D-2816-8B57-2419-C6B326B8078B}"/>
          </ac:spMkLst>
        </pc:spChg>
        <pc:spChg chg="add mod">
          <ac:chgData name="Eirik Eriksen Heen" userId="3e804305-1c07-417a-9ea8-d913585be88f" providerId="ADAL" clId="{86A7CD6A-BADF-46B5-A0EB-3EAA83991659}" dt="2026-09-10T11:22:52.206" v="2253" actId="14100"/>
          <ac:spMkLst>
            <pc:docMk/>
            <pc:sldMk cId="591088156" sldId="4769"/>
            <ac:spMk id="8" creationId="{19A88EB0-8DF8-2BD2-D86E-9FB6C3C2DD33}"/>
          </ac:spMkLst>
        </pc:spChg>
      </pc:sldChg>
      <pc:sldChg chg="addSp modSp new mod">
        <pc:chgData name="Eirik Eriksen Heen" userId="3e804305-1c07-417a-9ea8-d913585be88f" providerId="ADAL" clId="{86A7CD6A-BADF-46B5-A0EB-3EAA83991659}" dt="2026-09-10T12:26:01.431" v="2455"/>
        <pc:sldMkLst>
          <pc:docMk/>
          <pc:sldMk cId="1022749354" sldId="4770"/>
        </pc:sldMkLst>
        <pc:spChg chg="mod">
          <ac:chgData name="Eirik Eriksen Heen" userId="3e804305-1c07-417a-9ea8-d913585be88f" providerId="ADAL" clId="{86A7CD6A-BADF-46B5-A0EB-3EAA83991659}" dt="2026-09-10T11:45:49.618" v="2383"/>
          <ac:spMkLst>
            <pc:docMk/>
            <pc:sldMk cId="1022749354" sldId="4770"/>
            <ac:spMk id="2" creationId="{1276D556-9170-D97F-01F0-E714A67ED897}"/>
          </ac:spMkLst>
        </pc:spChg>
        <pc:spChg chg="mod">
          <ac:chgData name="Eirik Eriksen Heen" userId="3e804305-1c07-417a-9ea8-d913585be88f" providerId="ADAL" clId="{86A7CD6A-BADF-46B5-A0EB-3EAA83991659}" dt="2026-09-10T12:26:01.431" v="2455"/>
          <ac:spMkLst>
            <pc:docMk/>
            <pc:sldMk cId="1022749354" sldId="4770"/>
            <ac:spMk id="3" creationId="{58F6A6C6-6DFE-5693-8760-07793E5220A9}"/>
          </ac:spMkLst>
        </pc:spChg>
        <pc:spChg chg="mod">
          <ac:chgData name="Eirik Eriksen Heen" userId="3e804305-1c07-417a-9ea8-d913585be88f" providerId="ADAL" clId="{86A7CD6A-BADF-46B5-A0EB-3EAA83991659}" dt="2026-09-10T11:48:42.083" v="2424" actId="27636"/>
          <ac:spMkLst>
            <pc:docMk/>
            <pc:sldMk cId="1022749354" sldId="4770"/>
            <ac:spMk id="4" creationId="{FED57B94-4EC6-D57B-A488-FFA9A9CDDF08}"/>
          </ac:spMkLst>
        </pc:spChg>
        <pc:spChg chg="add">
          <ac:chgData name="Eirik Eriksen Heen" userId="3e804305-1c07-417a-9ea8-d913585be88f" providerId="ADAL" clId="{86A7CD6A-BADF-46B5-A0EB-3EAA83991659}" dt="2026-09-10T11:45:44.133" v="2382" actId="22"/>
          <ac:spMkLst>
            <pc:docMk/>
            <pc:sldMk cId="1022749354" sldId="4770"/>
            <ac:spMk id="6" creationId="{EBD79A26-910D-A24B-0783-76B1E91442C0}"/>
          </ac:spMkLst>
        </pc:spChg>
      </pc:sldChg>
      <pc:sldChg chg="addSp delSp modSp new mod">
        <pc:chgData name="Eirik Eriksen Heen" userId="3e804305-1c07-417a-9ea8-d913585be88f" providerId="ADAL" clId="{86A7CD6A-BADF-46B5-A0EB-3EAA83991659}" dt="2026-09-10T12:26:22.443" v="2456" actId="14100"/>
        <pc:sldMkLst>
          <pc:docMk/>
          <pc:sldMk cId="880394426" sldId="4771"/>
        </pc:sldMkLst>
        <pc:spChg chg="mod">
          <ac:chgData name="Eirik Eriksen Heen" userId="3e804305-1c07-417a-9ea8-d913585be88f" providerId="ADAL" clId="{86A7CD6A-BADF-46B5-A0EB-3EAA83991659}" dt="2026-09-10T12:22:49.457" v="2426"/>
          <ac:spMkLst>
            <pc:docMk/>
            <pc:sldMk cId="880394426" sldId="4771"/>
            <ac:spMk id="2" creationId="{E6C17503-9D98-EB3F-4155-AD3623739D2D}"/>
          </ac:spMkLst>
        </pc:spChg>
        <pc:spChg chg="del">
          <ac:chgData name="Eirik Eriksen Heen" userId="3e804305-1c07-417a-9ea8-d913585be88f" providerId="ADAL" clId="{86A7CD6A-BADF-46B5-A0EB-3EAA83991659}" dt="2026-09-10T12:23:27.729" v="2428" actId="22"/>
          <ac:spMkLst>
            <pc:docMk/>
            <pc:sldMk cId="880394426" sldId="4771"/>
            <ac:spMk id="3" creationId="{E1792BAA-86E9-20F2-04ED-1D76CF870F02}"/>
          </ac:spMkLst>
        </pc:spChg>
        <pc:spChg chg="del">
          <ac:chgData name="Eirik Eriksen Heen" userId="3e804305-1c07-417a-9ea8-d913585be88f" providerId="ADAL" clId="{86A7CD6A-BADF-46B5-A0EB-3EAA83991659}" dt="2026-09-10T12:23:03.867" v="2427" actId="22"/>
          <ac:spMkLst>
            <pc:docMk/>
            <pc:sldMk cId="880394426" sldId="4771"/>
            <ac:spMk id="4" creationId="{4E6E9207-E8D8-42ED-4396-76BD7A37A179}"/>
          </ac:spMkLst>
        </pc:spChg>
        <pc:spChg chg="add mod">
          <ac:chgData name="Eirik Eriksen Heen" userId="3e804305-1c07-417a-9ea8-d913585be88f" providerId="ADAL" clId="{86A7CD6A-BADF-46B5-A0EB-3EAA83991659}" dt="2026-09-10T12:26:22.443" v="2456" actId="14100"/>
          <ac:spMkLst>
            <pc:docMk/>
            <pc:sldMk cId="880394426" sldId="4771"/>
            <ac:spMk id="10" creationId="{4F47FC6C-B87C-4B4B-4AAA-F89BB0088403}"/>
          </ac:spMkLst>
        </pc:spChg>
        <pc:picChg chg="add mod ord">
          <ac:chgData name="Eirik Eriksen Heen" userId="3e804305-1c07-417a-9ea8-d913585be88f" providerId="ADAL" clId="{86A7CD6A-BADF-46B5-A0EB-3EAA83991659}" dt="2026-09-10T12:23:03.867" v="2427" actId="22"/>
          <ac:picMkLst>
            <pc:docMk/>
            <pc:sldMk cId="880394426" sldId="4771"/>
            <ac:picMk id="6" creationId="{04B0D249-763B-C1EA-BB43-E31D440346BF}"/>
          </ac:picMkLst>
        </pc:picChg>
        <pc:picChg chg="add mod ord">
          <ac:chgData name="Eirik Eriksen Heen" userId="3e804305-1c07-417a-9ea8-d913585be88f" providerId="ADAL" clId="{86A7CD6A-BADF-46B5-A0EB-3EAA83991659}" dt="2026-09-10T12:23:27.729" v="2428" actId="22"/>
          <ac:picMkLst>
            <pc:docMk/>
            <pc:sldMk cId="880394426" sldId="4771"/>
            <ac:picMk id="8" creationId="{F5DB5F01-CBE4-5ABC-3EC0-F9F77EEACE41}"/>
          </ac:picMkLst>
        </pc:picChg>
      </pc:sldChg>
      <pc:sldChg chg="addSp delSp modSp new mod modClrScheme chgLayout">
        <pc:chgData name="Eirik Eriksen Heen" userId="3e804305-1c07-417a-9ea8-d913585be88f" providerId="ADAL" clId="{86A7CD6A-BADF-46B5-A0EB-3EAA83991659}" dt="2026-09-10T12:41:17.870" v="2496" actId="113"/>
        <pc:sldMkLst>
          <pc:docMk/>
          <pc:sldMk cId="2845619824" sldId="4772"/>
        </pc:sldMkLst>
        <pc:spChg chg="mod ord">
          <ac:chgData name="Eirik Eriksen Heen" userId="3e804305-1c07-417a-9ea8-d913585be88f" providerId="ADAL" clId="{86A7CD6A-BADF-46B5-A0EB-3EAA83991659}" dt="2026-09-10T12:34:52.681" v="2490" actId="700"/>
          <ac:spMkLst>
            <pc:docMk/>
            <pc:sldMk cId="2845619824" sldId="4772"/>
            <ac:spMk id="2" creationId="{3DA4AA12-FF1B-3785-ECBC-E5C549F372C3}"/>
          </ac:spMkLst>
        </pc:spChg>
        <pc:spChg chg="mod ord">
          <ac:chgData name="Eirik Eriksen Heen" userId="3e804305-1c07-417a-9ea8-d913585be88f" providerId="ADAL" clId="{86A7CD6A-BADF-46B5-A0EB-3EAA83991659}" dt="2026-09-10T12:41:17.870" v="2496" actId="113"/>
          <ac:spMkLst>
            <pc:docMk/>
            <pc:sldMk cId="2845619824" sldId="4772"/>
            <ac:spMk id="3" creationId="{F6FF5D9E-B6D7-AFFA-BEEE-24F3A73D02DD}"/>
          </ac:spMkLst>
        </pc:spChg>
        <pc:spChg chg="del mod">
          <ac:chgData name="Eirik Eriksen Heen" userId="3e804305-1c07-417a-9ea8-d913585be88f" providerId="ADAL" clId="{86A7CD6A-BADF-46B5-A0EB-3EAA83991659}" dt="2026-09-10T12:34:49.416" v="2489" actId="478"/>
          <ac:spMkLst>
            <pc:docMk/>
            <pc:sldMk cId="2845619824" sldId="4772"/>
            <ac:spMk id="4" creationId="{BB11F242-93D9-E40C-42B0-F35BF1FCC1BE}"/>
          </ac:spMkLst>
        </pc:spChg>
        <pc:spChg chg="add del">
          <ac:chgData name="Eirik Eriksen Heen" userId="3e804305-1c07-417a-9ea8-d913585be88f" providerId="ADAL" clId="{86A7CD6A-BADF-46B5-A0EB-3EAA83991659}" dt="2026-09-10T12:31:44.001" v="2461" actId="22"/>
          <ac:spMkLst>
            <pc:docMk/>
            <pc:sldMk cId="2845619824" sldId="4772"/>
            <ac:spMk id="6" creationId="{2406360F-FE51-1858-7C20-D565F5806980}"/>
          </ac:spMkLst>
        </pc:spChg>
        <pc:spChg chg="add mod">
          <ac:chgData name="Eirik Eriksen Heen" userId="3e804305-1c07-417a-9ea8-d913585be88f" providerId="ADAL" clId="{86A7CD6A-BADF-46B5-A0EB-3EAA83991659}" dt="2026-09-10T12:34:59.171" v="2494" actId="1076"/>
          <ac:spMkLst>
            <pc:docMk/>
            <pc:sldMk cId="2845619824" sldId="4772"/>
            <ac:spMk id="8" creationId="{C3E6613F-C603-4A5F-1CFB-CB2F7D8063E9}"/>
          </ac:spMkLst>
        </pc:spChg>
      </pc:sldChg>
      <pc:sldChg chg="addSp delSp modSp new mod modClrScheme chgLayout modNotesTx">
        <pc:chgData name="Eirik Eriksen Heen" userId="3e804305-1c07-417a-9ea8-d913585be88f" providerId="ADAL" clId="{86A7CD6A-BADF-46B5-A0EB-3EAA83991659}" dt="2026-09-10T12:46:44.055" v="2540" actId="1076"/>
        <pc:sldMkLst>
          <pc:docMk/>
          <pc:sldMk cId="1514366455" sldId="4773"/>
        </pc:sldMkLst>
        <pc:spChg chg="mod ord">
          <ac:chgData name="Eirik Eriksen Heen" userId="3e804305-1c07-417a-9ea8-d913585be88f" providerId="ADAL" clId="{86A7CD6A-BADF-46B5-A0EB-3EAA83991659}" dt="2026-09-10T12:43:19.499" v="2501" actId="700"/>
          <ac:spMkLst>
            <pc:docMk/>
            <pc:sldMk cId="1514366455" sldId="4773"/>
            <ac:spMk id="2" creationId="{8B547F1D-75D7-CD91-5770-0A0F96D4AA19}"/>
          </ac:spMkLst>
        </pc:spChg>
        <pc:spChg chg="del mod ord">
          <ac:chgData name="Eirik Eriksen Heen" userId="3e804305-1c07-417a-9ea8-d913585be88f" providerId="ADAL" clId="{86A7CD6A-BADF-46B5-A0EB-3EAA83991659}" dt="2026-09-10T12:43:19.499" v="2501" actId="700"/>
          <ac:spMkLst>
            <pc:docMk/>
            <pc:sldMk cId="1514366455" sldId="4773"/>
            <ac:spMk id="3" creationId="{30075E35-77BB-6F0A-86B8-C3B6EB5B6404}"/>
          </ac:spMkLst>
        </pc:spChg>
        <pc:spChg chg="add mod">
          <ac:chgData name="Eirik Eriksen Heen" userId="3e804305-1c07-417a-9ea8-d913585be88f" providerId="ADAL" clId="{86A7CD6A-BADF-46B5-A0EB-3EAA83991659}" dt="2026-09-10T12:44:54.532" v="2523"/>
          <ac:spMkLst>
            <pc:docMk/>
            <pc:sldMk cId="1514366455" sldId="4773"/>
            <ac:spMk id="5" creationId="{BD7D0E42-6656-CE56-798E-29CBAB10EB09}"/>
          </ac:spMkLst>
        </pc:spChg>
        <pc:spChg chg="add mod ord">
          <ac:chgData name="Eirik Eriksen Heen" userId="3e804305-1c07-417a-9ea8-d913585be88f" providerId="ADAL" clId="{86A7CD6A-BADF-46B5-A0EB-3EAA83991659}" dt="2026-09-10T12:44:26.775" v="2520" actId="5793"/>
          <ac:spMkLst>
            <pc:docMk/>
            <pc:sldMk cId="1514366455" sldId="4773"/>
            <ac:spMk id="6" creationId="{23F6B5F7-E781-2F1F-2477-F092C6FBE7C2}"/>
          </ac:spMkLst>
        </pc:spChg>
        <pc:spChg chg="add mod ord">
          <ac:chgData name="Eirik Eriksen Heen" userId="3e804305-1c07-417a-9ea8-d913585be88f" providerId="ADAL" clId="{86A7CD6A-BADF-46B5-A0EB-3EAA83991659}" dt="2026-09-10T12:45:24.479" v="2528" actId="5793"/>
          <ac:spMkLst>
            <pc:docMk/>
            <pc:sldMk cId="1514366455" sldId="4773"/>
            <ac:spMk id="7" creationId="{94882736-C3C0-B545-6EA9-C023554CCE72}"/>
          </ac:spMkLst>
        </pc:spChg>
        <pc:spChg chg="add mod">
          <ac:chgData name="Eirik Eriksen Heen" userId="3e804305-1c07-417a-9ea8-d913585be88f" providerId="ADAL" clId="{86A7CD6A-BADF-46B5-A0EB-3EAA83991659}" dt="2026-09-10T12:45:08.777" v="2526"/>
          <ac:spMkLst>
            <pc:docMk/>
            <pc:sldMk cId="1514366455" sldId="4773"/>
            <ac:spMk id="9" creationId="{7069745F-4343-DFB4-8197-F27CB3EB3E6F}"/>
          </ac:spMkLst>
        </pc:spChg>
        <pc:spChg chg="add mod">
          <ac:chgData name="Eirik Eriksen Heen" userId="3e804305-1c07-417a-9ea8-d913585be88f" providerId="ADAL" clId="{86A7CD6A-BADF-46B5-A0EB-3EAA83991659}" dt="2026-09-10T12:46:44.055" v="2540" actId="1076"/>
          <ac:spMkLst>
            <pc:docMk/>
            <pc:sldMk cId="1514366455" sldId="4773"/>
            <ac:spMk id="11" creationId="{8AD76FEA-7B06-1BCA-7AD4-180760CD1DA6}"/>
          </ac:spMkLst>
        </pc:spChg>
      </pc:sldChg>
      <pc:sldChg chg="addSp delSp modSp new mod">
        <pc:chgData name="Eirik Eriksen Heen" userId="3e804305-1c07-417a-9ea8-d913585be88f" providerId="ADAL" clId="{86A7CD6A-BADF-46B5-A0EB-3EAA83991659}" dt="2026-09-10T13:05:05.633" v="2620" actId="20577"/>
        <pc:sldMkLst>
          <pc:docMk/>
          <pc:sldMk cId="2271109660" sldId="4774"/>
        </pc:sldMkLst>
        <pc:spChg chg="mod">
          <ac:chgData name="Eirik Eriksen Heen" userId="3e804305-1c07-417a-9ea8-d913585be88f" providerId="ADAL" clId="{86A7CD6A-BADF-46B5-A0EB-3EAA83991659}" dt="2026-09-10T12:49:19.907" v="2542"/>
          <ac:spMkLst>
            <pc:docMk/>
            <pc:sldMk cId="2271109660" sldId="4774"/>
            <ac:spMk id="2" creationId="{FB32F6E3-CF5F-45E4-EF5D-606557414059}"/>
          </ac:spMkLst>
        </pc:spChg>
        <pc:spChg chg="mod">
          <ac:chgData name="Eirik Eriksen Heen" userId="3e804305-1c07-417a-9ea8-d913585be88f" providerId="ADAL" clId="{86A7CD6A-BADF-46B5-A0EB-3EAA83991659}" dt="2026-09-10T13:01:16.564" v="2610" actId="27636"/>
          <ac:spMkLst>
            <pc:docMk/>
            <pc:sldMk cId="2271109660" sldId="4774"/>
            <ac:spMk id="3" creationId="{B4B7E6AE-EDD6-00BA-BDE4-0594103DAB20}"/>
          </ac:spMkLst>
        </pc:spChg>
        <pc:spChg chg="del">
          <ac:chgData name="Eirik Eriksen Heen" userId="3e804305-1c07-417a-9ea8-d913585be88f" providerId="ADAL" clId="{86A7CD6A-BADF-46B5-A0EB-3EAA83991659}" dt="2026-09-10T12:55:21.710" v="2543" actId="22"/>
          <ac:spMkLst>
            <pc:docMk/>
            <pc:sldMk cId="2271109660" sldId="4774"/>
            <ac:spMk id="4" creationId="{9A1D72F7-09B0-24C3-A6FE-FE194254367B}"/>
          </ac:spMkLst>
        </pc:spChg>
        <pc:spChg chg="add mod">
          <ac:chgData name="Eirik Eriksen Heen" userId="3e804305-1c07-417a-9ea8-d913585be88f" providerId="ADAL" clId="{86A7CD6A-BADF-46B5-A0EB-3EAA83991659}" dt="2026-09-10T12:57:52.453" v="2574" actId="1076"/>
          <ac:spMkLst>
            <pc:docMk/>
            <pc:sldMk cId="2271109660" sldId="4774"/>
            <ac:spMk id="8" creationId="{78B2EC5A-E0A6-341B-EE28-862D6DB50971}"/>
          </ac:spMkLst>
        </pc:spChg>
        <pc:spChg chg="add mod">
          <ac:chgData name="Eirik Eriksen Heen" userId="3e804305-1c07-417a-9ea8-d913585be88f" providerId="ADAL" clId="{86A7CD6A-BADF-46B5-A0EB-3EAA83991659}" dt="2026-09-10T13:01:58.768" v="2617" actId="1076"/>
          <ac:spMkLst>
            <pc:docMk/>
            <pc:sldMk cId="2271109660" sldId="4774"/>
            <ac:spMk id="10" creationId="{E6C15E14-1996-DDE8-F02A-E808185CFAED}"/>
          </ac:spMkLst>
        </pc:spChg>
        <pc:spChg chg="add mod">
          <ac:chgData name="Eirik Eriksen Heen" userId="3e804305-1c07-417a-9ea8-d913585be88f" providerId="ADAL" clId="{86A7CD6A-BADF-46B5-A0EB-3EAA83991659}" dt="2026-09-10T13:05:05.633" v="2620" actId="20577"/>
          <ac:spMkLst>
            <pc:docMk/>
            <pc:sldMk cId="2271109660" sldId="4774"/>
            <ac:spMk id="12" creationId="{FE91E8E0-74E3-B8B1-D4D6-53051644F69B}"/>
          </ac:spMkLst>
        </pc:spChg>
        <pc:picChg chg="add mod ord">
          <ac:chgData name="Eirik Eriksen Heen" userId="3e804305-1c07-417a-9ea8-d913585be88f" providerId="ADAL" clId="{86A7CD6A-BADF-46B5-A0EB-3EAA83991659}" dt="2026-09-10T13:01:34.452" v="2611" actId="1076"/>
          <ac:picMkLst>
            <pc:docMk/>
            <pc:sldMk cId="2271109660" sldId="4774"/>
            <ac:picMk id="6" creationId="{FAF7DF96-D2EA-0330-46BB-5C10A6502831}"/>
          </ac:picMkLst>
        </pc:picChg>
      </pc:sldChg>
      <pc:sldChg chg="addSp modSp new mod">
        <pc:chgData name="Eirik Eriksen Heen" userId="3e804305-1c07-417a-9ea8-d913585be88f" providerId="ADAL" clId="{86A7CD6A-BADF-46B5-A0EB-3EAA83991659}" dt="2026-09-10T13:44:20.328" v="2770" actId="20577"/>
        <pc:sldMkLst>
          <pc:docMk/>
          <pc:sldMk cId="2138388531" sldId="4775"/>
        </pc:sldMkLst>
        <pc:spChg chg="mod">
          <ac:chgData name="Eirik Eriksen Heen" userId="3e804305-1c07-417a-9ea8-d913585be88f" providerId="ADAL" clId="{86A7CD6A-BADF-46B5-A0EB-3EAA83991659}" dt="2026-09-10T13:09:35.493" v="2621"/>
          <ac:spMkLst>
            <pc:docMk/>
            <pc:sldMk cId="2138388531" sldId="4775"/>
            <ac:spMk id="2" creationId="{10B8E0B9-D91A-6B90-D47E-956A64A43492}"/>
          </ac:spMkLst>
        </pc:spChg>
        <pc:spChg chg="mod">
          <ac:chgData name="Eirik Eriksen Heen" userId="3e804305-1c07-417a-9ea8-d913585be88f" providerId="ADAL" clId="{86A7CD6A-BADF-46B5-A0EB-3EAA83991659}" dt="2026-09-10T13:11:04.527" v="2639"/>
          <ac:spMkLst>
            <pc:docMk/>
            <pc:sldMk cId="2138388531" sldId="4775"/>
            <ac:spMk id="3" creationId="{3C281D2C-3304-B96C-7986-C8C216646965}"/>
          </ac:spMkLst>
        </pc:spChg>
        <pc:spChg chg="add mod">
          <ac:chgData name="Eirik Eriksen Heen" userId="3e804305-1c07-417a-9ea8-d913585be88f" providerId="ADAL" clId="{86A7CD6A-BADF-46B5-A0EB-3EAA83991659}" dt="2026-09-10T13:11:00.714" v="2637" actId="1076"/>
          <ac:spMkLst>
            <pc:docMk/>
            <pc:sldMk cId="2138388531" sldId="4775"/>
            <ac:spMk id="6" creationId="{01067452-BD19-C8A9-CC06-BCD7CE124A64}"/>
          </ac:spMkLst>
        </pc:spChg>
        <pc:spChg chg="add mod">
          <ac:chgData name="Eirik Eriksen Heen" userId="3e804305-1c07-417a-9ea8-d913585be88f" providerId="ADAL" clId="{86A7CD6A-BADF-46B5-A0EB-3EAA83991659}" dt="2026-09-10T13:44:20.328" v="2770" actId="20577"/>
          <ac:spMkLst>
            <pc:docMk/>
            <pc:sldMk cId="2138388531" sldId="4775"/>
            <ac:spMk id="8" creationId="{C7588F44-3F9E-9937-26C7-368C691636AB}"/>
          </ac:spMkLst>
        </pc:spChg>
      </pc:sldChg>
      <pc:sldChg chg="addSp modSp new mod">
        <pc:chgData name="Eirik Eriksen Heen" userId="3e804305-1c07-417a-9ea8-d913585be88f" providerId="ADAL" clId="{86A7CD6A-BADF-46B5-A0EB-3EAA83991659}" dt="2026-09-10T13:15:25.493" v="2671" actId="20577"/>
        <pc:sldMkLst>
          <pc:docMk/>
          <pc:sldMk cId="1604259439" sldId="4776"/>
        </pc:sldMkLst>
        <pc:spChg chg="mod">
          <ac:chgData name="Eirik Eriksen Heen" userId="3e804305-1c07-417a-9ea8-d913585be88f" providerId="ADAL" clId="{86A7CD6A-BADF-46B5-A0EB-3EAA83991659}" dt="2026-09-10T13:13:27.982" v="2641"/>
          <ac:spMkLst>
            <pc:docMk/>
            <pc:sldMk cId="1604259439" sldId="4776"/>
            <ac:spMk id="2" creationId="{AD784F45-F3F0-4C44-D4BF-295E10DA106F}"/>
          </ac:spMkLst>
        </pc:spChg>
        <pc:spChg chg="mod">
          <ac:chgData name="Eirik Eriksen Heen" userId="3e804305-1c07-417a-9ea8-d913585be88f" providerId="ADAL" clId="{86A7CD6A-BADF-46B5-A0EB-3EAA83991659}" dt="2026-09-10T13:15:17.972" v="2670" actId="313"/>
          <ac:spMkLst>
            <pc:docMk/>
            <pc:sldMk cId="1604259439" sldId="4776"/>
            <ac:spMk id="3" creationId="{6C6858A7-E4CE-BB13-36C3-270F5E80C9BD}"/>
          </ac:spMkLst>
        </pc:spChg>
        <pc:spChg chg="mod">
          <ac:chgData name="Eirik Eriksen Heen" userId="3e804305-1c07-417a-9ea8-d913585be88f" providerId="ADAL" clId="{86A7CD6A-BADF-46B5-A0EB-3EAA83991659}" dt="2026-09-10T13:15:25.493" v="2671" actId="20577"/>
          <ac:spMkLst>
            <pc:docMk/>
            <pc:sldMk cId="1604259439" sldId="4776"/>
            <ac:spMk id="4" creationId="{681AB04C-680E-0020-1091-CBC449A46DB9}"/>
          </ac:spMkLst>
        </pc:spChg>
        <pc:spChg chg="add mod">
          <ac:chgData name="Eirik Eriksen Heen" userId="3e804305-1c07-417a-9ea8-d913585be88f" providerId="ADAL" clId="{86A7CD6A-BADF-46B5-A0EB-3EAA83991659}" dt="2026-09-10T13:14:51.465" v="2668" actId="1076"/>
          <ac:spMkLst>
            <pc:docMk/>
            <pc:sldMk cId="1604259439" sldId="4776"/>
            <ac:spMk id="6" creationId="{9C48E667-BC20-6930-4B28-3AE7E7A09A3A}"/>
          </ac:spMkLst>
        </pc:spChg>
      </pc:sldChg>
      <pc:sldChg chg="addSp delSp modSp new mod">
        <pc:chgData name="Eirik Eriksen Heen" userId="3e804305-1c07-417a-9ea8-d913585be88f" providerId="ADAL" clId="{86A7CD6A-BADF-46B5-A0EB-3EAA83991659}" dt="2026-09-10T13:36:02.622" v="2733" actId="1076"/>
        <pc:sldMkLst>
          <pc:docMk/>
          <pc:sldMk cId="63202609" sldId="4777"/>
        </pc:sldMkLst>
        <pc:spChg chg="mod">
          <ac:chgData name="Eirik Eriksen Heen" userId="3e804305-1c07-417a-9ea8-d913585be88f" providerId="ADAL" clId="{86A7CD6A-BADF-46B5-A0EB-3EAA83991659}" dt="2026-09-10T13:33:19.756" v="2707" actId="404"/>
          <ac:spMkLst>
            <pc:docMk/>
            <pc:sldMk cId="63202609" sldId="4777"/>
            <ac:spMk id="2" creationId="{0BF40040-9192-D503-9E07-C22D2234F9E9}"/>
          </ac:spMkLst>
        </pc:spChg>
        <pc:spChg chg="del mod">
          <ac:chgData name="Eirik Eriksen Heen" userId="3e804305-1c07-417a-9ea8-d913585be88f" providerId="ADAL" clId="{86A7CD6A-BADF-46B5-A0EB-3EAA83991659}" dt="2026-09-10T13:31:50.489" v="2681" actId="478"/>
          <ac:spMkLst>
            <pc:docMk/>
            <pc:sldMk cId="63202609" sldId="4777"/>
            <ac:spMk id="3" creationId="{728E5845-DB41-11F5-3E47-A168A121D063}"/>
          </ac:spMkLst>
        </pc:spChg>
        <pc:spChg chg="del mod">
          <ac:chgData name="Eirik Eriksen Heen" userId="3e804305-1c07-417a-9ea8-d913585be88f" providerId="ADAL" clId="{86A7CD6A-BADF-46B5-A0EB-3EAA83991659}" dt="2026-09-10T13:31:47.938" v="2680" actId="478"/>
          <ac:spMkLst>
            <pc:docMk/>
            <pc:sldMk cId="63202609" sldId="4777"/>
            <ac:spMk id="4" creationId="{21F88A65-F58E-E89C-3BA6-E4EC59671231}"/>
          </ac:spMkLst>
        </pc:spChg>
        <pc:spChg chg="add del mod">
          <ac:chgData name="Eirik Eriksen Heen" userId="3e804305-1c07-417a-9ea8-d913585be88f" providerId="ADAL" clId="{86A7CD6A-BADF-46B5-A0EB-3EAA83991659}" dt="2026-09-10T13:31:37.058" v="2678" actId="478"/>
          <ac:spMkLst>
            <pc:docMk/>
            <pc:sldMk cId="63202609" sldId="4777"/>
            <ac:spMk id="5" creationId="{418082D1-27EA-48BA-D980-F15D90B66E82}"/>
          </ac:spMkLst>
        </pc:spChg>
        <pc:spChg chg="add mod">
          <ac:chgData name="Eirik Eriksen Heen" userId="3e804305-1c07-417a-9ea8-d913585be88f" providerId="ADAL" clId="{86A7CD6A-BADF-46B5-A0EB-3EAA83991659}" dt="2026-09-10T13:36:02.622" v="2733" actId="1076"/>
          <ac:spMkLst>
            <pc:docMk/>
            <pc:sldMk cId="63202609" sldId="4777"/>
            <ac:spMk id="6" creationId="{7DF656B4-5A7F-85C2-B7E1-005816EE5781}"/>
          </ac:spMkLst>
        </pc:spChg>
        <pc:spChg chg="add mod">
          <ac:chgData name="Eirik Eriksen Heen" userId="3e804305-1c07-417a-9ea8-d913585be88f" providerId="ADAL" clId="{86A7CD6A-BADF-46B5-A0EB-3EAA83991659}" dt="2026-09-10T13:31:43.118" v="2679" actId="1076"/>
          <ac:spMkLst>
            <pc:docMk/>
            <pc:sldMk cId="63202609" sldId="4777"/>
            <ac:spMk id="7" creationId="{380DC2DB-2D49-2753-206D-3420454C054E}"/>
          </ac:spMkLst>
        </pc:spChg>
        <pc:spChg chg="add mod">
          <ac:chgData name="Eirik Eriksen Heen" userId="3e804305-1c07-417a-9ea8-d913585be88f" providerId="ADAL" clId="{86A7CD6A-BADF-46B5-A0EB-3EAA83991659}" dt="2026-09-10T13:31:43.118" v="2679" actId="1076"/>
          <ac:spMkLst>
            <pc:docMk/>
            <pc:sldMk cId="63202609" sldId="4777"/>
            <ac:spMk id="10" creationId="{15F0588C-8CA1-0CB3-DDFE-0092B4FDE4C6}"/>
          </ac:spMkLst>
        </pc:spChg>
        <pc:spChg chg="add mod">
          <ac:chgData name="Eirik Eriksen Heen" userId="3e804305-1c07-417a-9ea8-d913585be88f" providerId="ADAL" clId="{86A7CD6A-BADF-46B5-A0EB-3EAA83991659}" dt="2026-09-10T13:31:43.118" v="2679" actId="1076"/>
          <ac:spMkLst>
            <pc:docMk/>
            <pc:sldMk cId="63202609" sldId="4777"/>
            <ac:spMk id="11" creationId="{3D574F5F-3DB5-B8B9-9EDB-681C9861DDAE}"/>
          </ac:spMkLst>
        </pc:spChg>
        <pc:spChg chg="add mod">
          <ac:chgData name="Eirik Eriksen Heen" userId="3e804305-1c07-417a-9ea8-d913585be88f" providerId="ADAL" clId="{86A7CD6A-BADF-46B5-A0EB-3EAA83991659}" dt="2026-09-10T13:31:43.118" v="2679" actId="1076"/>
          <ac:spMkLst>
            <pc:docMk/>
            <pc:sldMk cId="63202609" sldId="4777"/>
            <ac:spMk id="13" creationId="{41E71B3C-EFCE-3010-CF30-78C0570E5ACB}"/>
          </ac:spMkLst>
        </pc:spChg>
        <pc:spChg chg="add mod">
          <ac:chgData name="Eirik Eriksen Heen" userId="3e804305-1c07-417a-9ea8-d913585be88f" providerId="ADAL" clId="{86A7CD6A-BADF-46B5-A0EB-3EAA83991659}" dt="2026-09-10T13:31:43.118" v="2679" actId="1076"/>
          <ac:spMkLst>
            <pc:docMk/>
            <pc:sldMk cId="63202609" sldId="4777"/>
            <ac:spMk id="16" creationId="{24370705-D112-B251-CDE2-C79BC55B3531}"/>
          </ac:spMkLst>
        </pc:spChg>
        <pc:spChg chg="add mod">
          <ac:chgData name="Eirik Eriksen Heen" userId="3e804305-1c07-417a-9ea8-d913585be88f" providerId="ADAL" clId="{86A7CD6A-BADF-46B5-A0EB-3EAA83991659}" dt="2026-09-10T13:31:43.118" v="2679" actId="1076"/>
          <ac:spMkLst>
            <pc:docMk/>
            <pc:sldMk cId="63202609" sldId="4777"/>
            <ac:spMk id="17" creationId="{81304077-8643-D5D3-9C20-612A05FC789E}"/>
          </ac:spMkLst>
        </pc:spChg>
        <pc:spChg chg="add mod">
          <ac:chgData name="Eirik Eriksen Heen" userId="3e804305-1c07-417a-9ea8-d913585be88f" providerId="ADAL" clId="{86A7CD6A-BADF-46B5-A0EB-3EAA83991659}" dt="2026-09-10T13:31:43.118" v="2679" actId="1076"/>
          <ac:spMkLst>
            <pc:docMk/>
            <pc:sldMk cId="63202609" sldId="4777"/>
            <ac:spMk id="25" creationId="{B42B03EF-CE4C-322B-60EC-38B082AF6F72}"/>
          </ac:spMkLst>
        </pc:spChg>
        <pc:spChg chg="add mod">
          <ac:chgData name="Eirik Eriksen Heen" userId="3e804305-1c07-417a-9ea8-d913585be88f" providerId="ADAL" clId="{86A7CD6A-BADF-46B5-A0EB-3EAA83991659}" dt="2026-09-10T13:32:53.624" v="2705" actId="692"/>
          <ac:spMkLst>
            <pc:docMk/>
            <pc:sldMk cId="63202609" sldId="4777"/>
            <ac:spMk id="28" creationId="{91B70B20-BEA0-D7F6-A32A-38618E446B7F}"/>
          </ac:spMkLst>
        </pc:spChg>
        <pc:spChg chg="add del mod">
          <ac:chgData name="Eirik Eriksen Heen" userId="3e804305-1c07-417a-9ea8-d913585be88f" providerId="ADAL" clId="{86A7CD6A-BADF-46B5-A0EB-3EAA83991659}" dt="2026-09-10T13:35:59.424" v="2731" actId="478"/>
          <ac:spMkLst>
            <pc:docMk/>
            <pc:sldMk cId="63202609" sldId="4777"/>
            <ac:spMk id="30" creationId="{D4AAC9A8-6C27-FB1A-B459-295CC3FB7ECE}"/>
          </ac:spMkLst>
        </pc:spChg>
        <pc:cxnChg chg="del">
          <ac:chgData name="Eirik Eriksen Heen" userId="3e804305-1c07-417a-9ea8-d913585be88f" providerId="ADAL" clId="{86A7CD6A-BADF-46B5-A0EB-3EAA83991659}" dt="2026-09-10T13:32:06.879" v="2687" actId="478"/>
          <ac:cxnSpMkLst>
            <pc:docMk/>
            <pc:sldMk cId="63202609" sldId="4777"/>
            <ac:cxnSpMk id="18" creationId="{5248CA9F-99EE-E03E-B3B0-A22D89C6F958}"/>
          </ac:cxnSpMkLst>
        </pc:cxnChg>
        <pc:cxnChg chg="del">
          <ac:chgData name="Eirik Eriksen Heen" userId="3e804305-1c07-417a-9ea8-d913585be88f" providerId="ADAL" clId="{86A7CD6A-BADF-46B5-A0EB-3EAA83991659}" dt="2026-09-10T13:32:05.378" v="2686" actId="478"/>
          <ac:cxnSpMkLst>
            <pc:docMk/>
            <pc:sldMk cId="63202609" sldId="4777"/>
            <ac:cxnSpMk id="19" creationId="{AE23BA02-33F2-AD97-8DA6-9622BC3F7829}"/>
          </ac:cxnSpMkLst>
        </pc:cxnChg>
        <pc:cxnChg chg="del">
          <ac:chgData name="Eirik Eriksen Heen" userId="3e804305-1c07-417a-9ea8-d913585be88f" providerId="ADAL" clId="{86A7CD6A-BADF-46B5-A0EB-3EAA83991659}" dt="2026-09-10T13:32:05.378" v="2686" actId="478"/>
          <ac:cxnSpMkLst>
            <pc:docMk/>
            <pc:sldMk cId="63202609" sldId="4777"/>
            <ac:cxnSpMk id="20" creationId="{9CC30349-C74B-C3A9-9FC8-B144246E1C36}"/>
          </ac:cxnSpMkLst>
        </pc:cxnChg>
        <pc:cxnChg chg="del">
          <ac:chgData name="Eirik Eriksen Heen" userId="3e804305-1c07-417a-9ea8-d913585be88f" providerId="ADAL" clId="{86A7CD6A-BADF-46B5-A0EB-3EAA83991659}" dt="2026-09-10T13:32:05.378" v="2686" actId="478"/>
          <ac:cxnSpMkLst>
            <pc:docMk/>
            <pc:sldMk cId="63202609" sldId="4777"/>
            <ac:cxnSpMk id="21" creationId="{7BD885BF-55C7-3E99-0640-3DAF2047BAA5}"/>
          </ac:cxnSpMkLst>
        </pc:cxnChg>
        <pc:cxnChg chg="add del mod">
          <ac:chgData name="Eirik Eriksen Heen" userId="3e804305-1c07-417a-9ea8-d913585be88f" providerId="ADAL" clId="{86A7CD6A-BADF-46B5-A0EB-3EAA83991659}" dt="2026-09-10T13:32:05.378" v="2686" actId="478"/>
          <ac:cxnSpMkLst>
            <pc:docMk/>
            <pc:sldMk cId="63202609" sldId="4777"/>
            <ac:cxnSpMk id="22" creationId="{0D5A9F02-FBB4-FF2E-F957-E53910259074}"/>
          </ac:cxnSpMkLst>
        </pc:cxnChg>
        <pc:cxnChg chg="del">
          <ac:chgData name="Eirik Eriksen Heen" userId="3e804305-1c07-417a-9ea8-d913585be88f" providerId="ADAL" clId="{86A7CD6A-BADF-46B5-A0EB-3EAA83991659}" dt="2026-09-10T13:32:05.378" v="2686" actId="478"/>
          <ac:cxnSpMkLst>
            <pc:docMk/>
            <pc:sldMk cId="63202609" sldId="4777"/>
            <ac:cxnSpMk id="23" creationId="{CD347B32-662A-03E1-8F68-5E78223147E0}"/>
          </ac:cxnSpMkLst>
        </pc:cxnChg>
        <pc:cxnChg chg="del mod">
          <ac:chgData name="Eirik Eriksen Heen" userId="3e804305-1c07-417a-9ea8-d913585be88f" providerId="ADAL" clId="{86A7CD6A-BADF-46B5-A0EB-3EAA83991659}" dt="2026-09-10T13:32:03.508" v="2685" actId="478"/>
          <ac:cxnSpMkLst>
            <pc:docMk/>
            <pc:sldMk cId="63202609" sldId="4777"/>
            <ac:cxnSpMk id="24" creationId="{E181494A-C05D-389E-DB5B-EA9C1311AF4D}"/>
          </ac:cxnSpMkLst>
        </pc:cxnChg>
      </pc:sldChg>
      <pc:sldChg chg="addSp delSp modSp add mod chgLayout">
        <pc:chgData name="Eirik Eriksen Heen" userId="3e804305-1c07-417a-9ea8-d913585be88f" providerId="ADAL" clId="{86A7CD6A-BADF-46B5-A0EB-3EAA83991659}" dt="2026-09-11T11:24:51.581" v="3075" actId="20577"/>
        <pc:sldMkLst>
          <pc:docMk/>
          <pc:sldMk cId="3645385176" sldId="4778"/>
        </pc:sldMkLst>
        <pc:spChg chg="mod ord">
          <ac:chgData name="Eirik Eriksen Heen" userId="3e804305-1c07-417a-9ea8-d913585be88f" providerId="ADAL" clId="{86A7CD6A-BADF-46B5-A0EB-3EAA83991659}" dt="2026-09-10T13:35:00.597" v="2725" actId="700"/>
          <ac:spMkLst>
            <pc:docMk/>
            <pc:sldMk cId="3645385176" sldId="4778"/>
            <ac:spMk id="2" creationId="{F104D7FB-E9DC-3028-E342-5DCC9795C59D}"/>
          </ac:spMkLst>
        </pc:spChg>
        <pc:spChg chg="add mod">
          <ac:chgData name="Eirik Eriksen Heen" userId="3e804305-1c07-417a-9ea8-d913585be88f" providerId="ADAL" clId="{86A7CD6A-BADF-46B5-A0EB-3EAA83991659}" dt="2026-09-11T11:24:51.581" v="3075" actId="20577"/>
          <ac:spMkLst>
            <pc:docMk/>
            <pc:sldMk cId="3645385176" sldId="4778"/>
            <ac:spMk id="4" creationId="{690E8EC1-3009-FC6A-D314-046CBF4BA83E}"/>
          </ac:spMkLst>
        </pc:spChg>
        <pc:spChg chg="add mod ord">
          <ac:chgData name="Eirik Eriksen Heen" userId="3e804305-1c07-417a-9ea8-d913585be88f" providerId="ADAL" clId="{86A7CD6A-BADF-46B5-A0EB-3EAA83991659}" dt="2026-09-10T13:39:16.104" v="2765"/>
          <ac:spMkLst>
            <pc:docMk/>
            <pc:sldMk cId="3645385176" sldId="4778"/>
            <ac:spMk id="5" creationId="{5BAF07F3-388A-654C-216E-AF1879A7B4A1}"/>
          </ac:spMkLst>
        </pc:spChg>
        <pc:spChg chg="add">
          <ac:chgData name="Eirik Eriksen Heen" userId="3e804305-1c07-417a-9ea8-d913585be88f" providerId="ADAL" clId="{86A7CD6A-BADF-46B5-A0EB-3EAA83991659}" dt="2026-09-11T09:54:49.818" v="2947" actId="22"/>
          <ac:spMkLst>
            <pc:docMk/>
            <pc:sldMk cId="3645385176" sldId="4778"/>
            <ac:spMk id="6" creationId="{86F73577-FD78-02A1-2EAE-9E5EFC4228AE}"/>
          </ac:spMkLst>
        </pc:spChg>
        <pc:spChg chg="del">
          <ac:chgData name="Eirik Eriksen Heen" userId="3e804305-1c07-417a-9ea8-d913585be88f" providerId="ADAL" clId="{86A7CD6A-BADF-46B5-A0EB-3EAA83991659}" dt="2026-09-10T13:34:51.449" v="2721" actId="478"/>
          <ac:spMkLst>
            <pc:docMk/>
            <pc:sldMk cId="3645385176" sldId="4778"/>
            <ac:spMk id="6" creationId="{CB4C123F-E149-8660-B610-AD6CCBBEFF0B}"/>
          </ac:spMkLst>
        </pc:spChg>
        <pc:spChg chg="del mod">
          <ac:chgData name="Eirik Eriksen Heen" userId="3e804305-1c07-417a-9ea8-d913585be88f" providerId="ADAL" clId="{86A7CD6A-BADF-46B5-A0EB-3EAA83991659}" dt="2026-09-10T13:34:54.325" v="2723" actId="478"/>
          <ac:spMkLst>
            <pc:docMk/>
            <pc:sldMk cId="3645385176" sldId="4778"/>
            <ac:spMk id="7" creationId="{6903310B-AB5A-F8EC-8572-8B95F5046E73}"/>
          </ac:spMkLst>
        </pc:spChg>
        <pc:spChg chg="del">
          <ac:chgData name="Eirik Eriksen Heen" userId="3e804305-1c07-417a-9ea8-d913585be88f" providerId="ADAL" clId="{86A7CD6A-BADF-46B5-A0EB-3EAA83991659}" dt="2026-09-10T13:34:54.325" v="2723" actId="478"/>
          <ac:spMkLst>
            <pc:docMk/>
            <pc:sldMk cId="3645385176" sldId="4778"/>
            <ac:spMk id="10" creationId="{FFDFCD8B-F541-9BF7-3D8D-7427D25CDA96}"/>
          </ac:spMkLst>
        </pc:spChg>
        <pc:spChg chg="del">
          <ac:chgData name="Eirik Eriksen Heen" userId="3e804305-1c07-417a-9ea8-d913585be88f" providerId="ADAL" clId="{86A7CD6A-BADF-46B5-A0EB-3EAA83991659}" dt="2026-09-10T13:34:54.325" v="2723" actId="478"/>
          <ac:spMkLst>
            <pc:docMk/>
            <pc:sldMk cId="3645385176" sldId="4778"/>
            <ac:spMk id="11" creationId="{72475F99-F6DD-4167-5876-5377D009E69B}"/>
          </ac:spMkLst>
        </pc:spChg>
        <pc:spChg chg="del">
          <ac:chgData name="Eirik Eriksen Heen" userId="3e804305-1c07-417a-9ea8-d913585be88f" providerId="ADAL" clId="{86A7CD6A-BADF-46B5-A0EB-3EAA83991659}" dt="2026-09-10T13:34:54.325" v="2723" actId="478"/>
          <ac:spMkLst>
            <pc:docMk/>
            <pc:sldMk cId="3645385176" sldId="4778"/>
            <ac:spMk id="13" creationId="{E7D4073E-3B3B-6C3D-9F96-8620BB37DFF5}"/>
          </ac:spMkLst>
        </pc:spChg>
        <pc:spChg chg="del">
          <ac:chgData name="Eirik Eriksen Heen" userId="3e804305-1c07-417a-9ea8-d913585be88f" providerId="ADAL" clId="{86A7CD6A-BADF-46B5-A0EB-3EAA83991659}" dt="2026-09-10T13:34:54.325" v="2723" actId="478"/>
          <ac:spMkLst>
            <pc:docMk/>
            <pc:sldMk cId="3645385176" sldId="4778"/>
            <ac:spMk id="16" creationId="{C790C586-CE14-9066-34BD-0EB5A0945665}"/>
          </ac:spMkLst>
        </pc:spChg>
        <pc:spChg chg="del">
          <ac:chgData name="Eirik Eriksen Heen" userId="3e804305-1c07-417a-9ea8-d913585be88f" providerId="ADAL" clId="{86A7CD6A-BADF-46B5-A0EB-3EAA83991659}" dt="2026-09-10T13:34:54.325" v="2723" actId="478"/>
          <ac:spMkLst>
            <pc:docMk/>
            <pc:sldMk cId="3645385176" sldId="4778"/>
            <ac:spMk id="17" creationId="{F48464FF-E74D-537F-5379-9508BFD2B8C7}"/>
          </ac:spMkLst>
        </pc:spChg>
        <pc:spChg chg="add del mod ord">
          <ac:chgData name="Eirik Eriksen Heen" userId="3e804305-1c07-417a-9ea8-d913585be88f" providerId="ADAL" clId="{86A7CD6A-BADF-46B5-A0EB-3EAA83991659}" dt="2026-09-10T13:37:31.997" v="2746" actId="478"/>
          <ac:spMkLst>
            <pc:docMk/>
            <pc:sldMk cId="3645385176" sldId="4778"/>
            <ac:spMk id="18" creationId="{5E56B1E9-A30F-9CE0-0CD7-0354E7F0142D}"/>
          </ac:spMkLst>
        </pc:spChg>
        <pc:spChg chg="add mod">
          <ac:chgData name="Eirik Eriksen Heen" userId="3e804305-1c07-417a-9ea8-d913585be88f" providerId="ADAL" clId="{86A7CD6A-BADF-46B5-A0EB-3EAA83991659}" dt="2026-09-11T09:56:59.895" v="2950" actId="1076"/>
          <ac:spMkLst>
            <pc:docMk/>
            <pc:sldMk cId="3645385176" sldId="4778"/>
            <ac:spMk id="21" creationId="{990C20B5-1B37-0A1A-FAA8-6E040EC97011}"/>
          </ac:spMkLst>
        </pc:spChg>
        <pc:spChg chg="add mod">
          <ac:chgData name="Eirik Eriksen Heen" userId="3e804305-1c07-417a-9ea8-d913585be88f" providerId="ADAL" clId="{86A7CD6A-BADF-46B5-A0EB-3EAA83991659}" dt="2026-09-11T09:56:59.895" v="2950" actId="1076"/>
          <ac:spMkLst>
            <pc:docMk/>
            <pc:sldMk cId="3645385176" sldId="4778"/>
            <ac:spMk id="22" creationId="{749352E3-A4F9-E595-0289-CFB8DC38E5A4}"/>
          </ac:spMkLst>
        </pc:spChg>
        <pc:spChg chg="add mod">
          <ac:chgData name="Eirik Eriksen Heen" userId="3e804305-1c07-417a-9ea8-d913585be88f" providerId="ADAL" clId="{86A7CD6A-BADF-46B5-A0EB-3EAA83991659}" dt="2026-09-11T09:56:59.895" v="2950" actId="1076"/>
          <ac:spMkLst>
            <pc:docMk/>
            <pc:sldMk cId="3645385176" sldId="4778"/>
            <ac:spMk id="23" creationId="{BAA07F91-A340-D8AA-2411-9DF9D33BAE55}"/>
          </ac:spMkLst>
        </pc:spChg>
        <pc:spChg chg="del">
          <ac:chgData name="Eirik Eriksen Heen" userId="3e804305-1c07-417a-9ea8-d913585be88f" providerId="ADAL" clId="{86A7CD6A-BADF-46B5-A0EB-3EAA83991659}" dt="2026-09-10T13:34:54.325" v="2723" actId="478"/>
          <ac:spMkLst>
            <pc:docMk/>
            <pc:sldMk cId="3645385176" sldId="4778"/>
            <ac:spMk id="25" creationId="{CFDDC847-6295-3103-092B-FDBEA4BBF032}"/>
          </ac:spMkLst>
        </pc:spChg>
        <pc:spChg chg="del">
          <ac:chgData name="Eirik Eriksen Heen" userId="3e804305-1c07-417a-9ea8-d913585be88f" providerId="ADAL" clId="{86A7CD6A-BADF-46B5-A0EB-3EAA83991659}" dt="2026-09-10T13:34:55.795" v="2724" actId="478"/>
          <ac:spMkLst>
            <pc:docMk/>
            <pc:sldMk cId="3645385176" sldId="4778"/>
            <ac:spMk id="28" creationId="{3CA740D0-5CC0-2430-9483-43BC5E430B36}"/>
          </ac:spMkLst>
        </pc:spChg>
        <pc:spChg chg="add del mod">
          <ac:chgData name="Eirik Eriksen Heen" userId="3e804305-1c07-417a-9ea8-d913585be88f" providerId="ADAL" clId="{86A7CD6A-BADF-46B5-A0EB-3EAA83991659}" dt="2026-09-11T09:53:35.412" v="2914" actId="478"/>
          <ac:spMkLst>
            <pc:docMk/>
            <pc:sldMk cId="3645385176" sldId="4778"/>
            <ac:spMk id="31" creationId="{62A2228E-73AE-2F16-A5CD-A6A76052046A}"/>
          </ac:spMkLst>
        </pc:spChg>
        <pc:cxnChg chg="del">
          <ac:chgData name="Eirik Eriksen Heen" userId="3e804305-1c07-417a-9ea8-d913585be88f" providerId="ADAL" clId="{86A7CD6A-BADF-46B5-A0EB-3EAA83991659}" dt="2026-09-10T13:34:54.325" v="2723" actId="478"/>
          <ac:cxnSpMkLst>
            <pc:docMk/>
            <pc:sldMk cId="3645385176" sldId="4778"/>
            <ac:cxnSpMk id="8" creationId="{21E5AF9B-DDCE-F90E-4DA9-838BBE1DD537}"/>
          </ac:cxnSpMkLst>
        </pc:cxnChg>
        <pc:cxnChg chg="del">
          <ac:chgData name="Eirik Eriksen Heen" userId="3e804305-1c07-417a-9ea8-d913585be88f" providerId="ADAL" clId="{86A7CD6A-BADF-46B5-A0EB-3EAA83991659}" dt="2026-09-10T13:34:54.325" v="2723" actId="478"/>
          <ac:cxnSpMkLst>
            <pc:docMk/>
            <pc:sldMk cId="3645385176" sldId="4778"/>
            <ac:cxnSpMk id="9" creationId="{1118B1CE-4C58-F0B4-AE29-4986BE12F5AD}"/>
          </ac:cxnSpMkLst>
        </pc:cxnChg>
        <pc:cxnChg chg="del">
          <ac:chgData name="Eirik Eriksen Heen" userId="3e804305-1c07-417a-9ea8-d913585be88f" providerId="ADAL" clId="{86A7CD6A-BADF-46B5-A0EB-3EAA83991659}" dt="2026-09-10T13:34:54.325" v="2723" actId="478"/>
          <ac:cxnSpMkLst>
            <pc:docMk/>
            <pc:sldMk cId="3645385176" sldId="4778"/>
            <ac:cxnSpMk id="14" creationId="{1615F199-F748-433B-B3DC-B39D5E71B209}"/>
          </ac:cxnSpMkLst>
        </pc:cxnChg>
        <pc:cxnChg chg="add mod">
          <ac:chgData name="Eirik Eriksen Heen" userId="3e804305-1c07-417a-9ea8-d913585be88f" providerId="ADAL" clId="{86A7CD6A-BADF-46B5-A0EB-3EAA83991659}" dt="2026-09-11T09:56:59.895" v="2950" actId="1076"/>
          <ac:cxnSpMkLst>
            <pc:docMk/>
            <pc:sldMk cId="3645385176" sldId="4778"/>
            <ac:cxnSpMk id="19" creationId="{2DA24414-A7B1-57EA-480D-8093FDBA1DA3}"/>
          </ac:cxnSpMkLst>
        </pc:cxnChg>
        <pc:cxnChg chg="add mod">
          <ac:chgData name="Eirik Eriksen Heen" userId="3e804305-1c07-417a-9ea8-d913585be88f" providerId="ADAL" clId="{86A7CD6A-BADF-46B5-A0EB-3EAA83991659}" dt="2026-09-11T09:56:59.895" v="2950" actId="1076"/>
          <ac:cxnSpMkLst>
            <pc:docMk/>
            <pc:sldMk cId="3645385176" sldId="4778"/>
            <ac:cxnSpMk id="20" creationId="{D954132B-9FBB-DC75-02F8-7F5C87850BB3}"/>
          </ac:cxnSpMkLst>
        </pc:cxnChg>
        <pc:cxnChg chg="add del mod">
          <ac:chgData name="Eirik Eriksen Heen" userId="3e804305-1c07-417a-9ea8-d913585be88f" providerId="ADAL" clId="{86A7CD6A-BADF-46B5-A0EB-3EAA83991659}" dt="2026-09-10T13:36:44.548" v="2740" actId="478"/>
          <ac:cxnSpMkLst>
            <pc:docMk/>
            <pc:sldMk cId="3645385176" sldId="4778"/>
            <ac:cxnSpMk id="26" creationId="{FB216B34-0AD6-2DDA-6EB4-11D9D79D7878}"/>
          </ac:cxnSpMkLst>
        </pc:cxnChg>
        <pc:cxnChg chg="add mod">
          <ac:chgData name="Eirik Eriksen Heen" userId="3e804305-1c07-417a-9ea8-d913585be88f" providerId="ADAL" clId="{86A7CD6A-BADF-46B5-A0EB-3EAA83991659}" dt="2026-09-11T09:56:59.895" v="2950" actId="1076"/>
          <ac:cxnSpMkLst>
            <pc:docMk/>
            <pc:sldMk cId="3645385176" sldId="4778"/>
            <ac:cxnSpMk id="29" creationId="{3FC5423E-F44F-09CE-9C08-01884211D55D}"/>
          </ac:cxnSpMkLst>
        </pc:cxnChg>
      </pc:sldChg>
      <pc:sldChg chg="addSp delSp modSp new mod">
        <pc:chgData name="Eirik Eriksen Heen" userId="3e804305-1c07-417a-9ea8-d913585be88f" providerId="ADAL" clId="{86A7CD6A-BADF-46B5-A0EB-3EAA83991659}" dt="2026-09-11T11:03:38.798" v="3059" actId="1076"/>
        <pc:sldMkLst>
          <pc:docMk/>
          <pc:sldMk cId="2453939087" sldId="4779"/>
        </pc:sldMkLst>
        <pc:spChg chg="mod">
          <ac:chgData name="Eirik Eriksen Heen" userId="3e804305-1c07-417a-9ea8-d913585be88f" providerId="ADAL" clId="{86A7CD6A-BADF-46B5-A0EB-3EAA83991659}" dt="2026-09-11T10:40:53.523" v="2976" actId="20577"/>
          <ac:spMkLst>
            <pc:docMk/>
            <pc:sldMk cId="2453939087" sldId="4779"/>
            <ac:spMk id="2" creationId="{8552C7D9-40B5-9B8D-A55C-39FBA37705AE}"/>
          </ac:spMkLst>
        </pc:spChg>
        <pc:spChg chg="mod">
          <ac:chgData name="Eirik Eriksen Heen" userId="3e804305-1c07-417a-9ea8-d913585be88f" providerId="ADAL" clId="{86A7CD6A-BADF-46B5-A0EB-3EAA83991659}" dt="2026-09-11T10:45:11.813" v="3056" actId="20577"/>
          <ac:spMkLst>
            <pc:docMk/>
            <pc:sldMk cId="2453939087" sldId="4779"/>
            <ac:spMk id="3" creationId="{0FEC9844-90EF-92BE-91E2-D2ECDC3A236F}"/>
          </ac:spMkLst>
        </pc:spChg>
        <pc:spChg chg="del mod">
          <ac:chgData name="Eirik Eriksen Heen" userId="3e804305-1c07-417a-9ea8-d913585be88f" providerId="ADAL" clId="{86A7CD6A-BADF-46B5-A0EB-3EAA83991659}" dt="2026-09-11T10:40:42.295" v="2957" actId="22"/>
          <ac:spMkLst>
            <pc:docMk/>
            <pc:sldMk cId="2453939087" sldId="4779"/>
            <ac:spMk id="4" creationId="{B703ACC3-F7AB-DAAD-61B3-2490EA23F8FC}"/>
          </ac:spMkLst>
        </pc:spChg>
        <pc:picChg chg="add mod ord">
          <ac:chgData name="Eirik Eriksen Heen" userId="3e804305-1c07-417a-9ea8-d913585be88f" providerId="ADAL" clId="{86A7CD6A-BADF-46B5-A0EB-3EAA83991659}" dt="2026-09-11T11:03:38.798" v="3059" actId="1076"/>
          <ac:picMkLst>
            <pc:docMk/>
            <pc:sldMk cId="2453939087" sldId="4779"/>
            <ac:picMk id="6" creationId="{15C31E68-D1A0-1E8E-9C19-96329E1B05B0}"/>
          </ac:picMkLst>
        </pc:picChg>
      </pc:sldChg>
      <pc:sldChg chg="addSp delSp modSp new del mod">
        <pc:chgData name="Eirik Eriksen Heen" userId="3e804305-1c07-417a-9ea8-d913585be88f" providerId="ADAL" clId="{86A7CD6A-BADF-46B5-A0EB-3EAA83991659}" dt="2026-09-11T09:54:42.400" v="2946" actId="2696"/>
        <pc:sldMkLst>
          <pc:docMk/>
          <pc:sldMk cId="3363853051" sldId="4779"/>
        </pc:sldMkLst>
        <pc:spChg chg="mod">
          <ac:chgData name="Eirik Eriksen Heen" userId="3e804305-1c07-417a-9ea8-d913585be88f" providerId="ADAL" clId="{86A7CD6A-BADF-46B5-A0EB-3EAA83991659}" dt="2026-09-11T09:54:05.781" v="2944" actId="20577"/>
          <ac:spMkLst>
            <pc:docMk/>
            <pc:sldMk cId="3363853051" sldId="4779"/>
            <ac:spMk id="2" creationId="{AD6408BE-F5E3-F4CA-80AC-8431393B7ED0}"/>
          </ac:spMkLst>
        </pc:spChg>
        <pc:spChg chg="add del">
          <ac:chgData name="Eirik Eriksen Heen" userId="3e804305-1c07-417a-9ea8-d913585be88f" providerId="ADAL" clId="{86A7CD6A-BADF-46B5-A0EB-3EAA83991659}" dt="2026-09-11T09:54:39.997" v="2945" actId="21"/>
          <ac:spMkLst>
            <pc:docMk/>
            <pc:sldMk cId="3363853051" sldId="4779"/>
            <ac:spMk id="6" creationId="{16E8C51E-DB78-753F-129E-FEC69A8135BB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b-N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B750899-3D14-4A38-B0C5-4D2CF77B5B8A}" type="datetimeFigureOut">
              <a:rPr lang="nb-NO" smtClean="0"/>
              <a:t>11.09.2026</a:t>
            </a:fld>
            <a:endParaRPr lang="nb-N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b-N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FE35F46-3402-4F9A-A575-76C8BB429A56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277481432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topptekst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b-NO"/>
          </a:p>
        </p:txBody>
      </p:sp>
      <p:sp>
        <p:nvSpPr>
          <p:cNvPr id="3" name="Plassholder for dato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F21C9F6-E74F-4DA3-BC0D-CA7D0255F1B2}" type="datetimeFigureOut">
              <a:rPr lang="nb-NO" smtClean="0"/>
              <a:t>11.09.2026</a:t>
            </a:fld>
            <a:endParaRPr lang="nb-NO"/>
          </a:p>
        </p:txBody>
      </p:sp>
      <p:sp>
        <p:nvSpPr>
          <p:cNvPr id="4" name="Plassholder for lysbil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nb-NO"/>
          </a:p>
        </p:txBody>
      </p:sp>
      <p:sp>
        <p:nvSpPr>
          <p:cNvPr id="5" name="Plassholder for nota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</a:p>
        </p:txBody>
      </p:sp>
      <p:sp>
        <p:nvSpPr>
          <p:cNvPr id="6" name="Plassholder for bunntekst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b-NO"/>
          </a:p>
        </p:txBody>
      </p:sp>
      <p:sp>
        <p:nvSpPr>
          <p:cNvPr id="7" name="Plassholder for lysbildenumm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FD4739E-9C57-4AE7-B15C-C6DCE23E91D8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2626632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b-NO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FD4739E-9C57-4AE7-B15C-C6DCE23E91D8}" type="slidenum">
              <a:rPr lang="nb-NO" smtClean="0"/>
              <a:t>1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96265633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17F4EB-757B-6A20-BE4F-691DAB57D4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lysbilde 1">
            <a:extLst>
              <a:ext uri="{FF2B5EF4-FFF2-40B4-BE49-F238E27FC236}">
                <a16:creationId xmlns:a16="http://schemas.microsoft.com/office/drawing/2014/main" id="{6F1EEF68-C58A-3665-997F-74014701F21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ssholder for notater 2">
            <a:extLst>
              <a:ext uri="{FF2B5EF4-FFF2-40B4-BE49-F238E27FC236}">
                <a16:creationId xmlns:a16="http://schemas.microsoft.com/office/drawing/2014/main" id="{638FDB2A-91AB-5400-B941-E5D39591C10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/>
              <a:t>About 4 minutes. Do not reveal the answer immediately. After the vote, draw axes and the line by hand. Mark a horizontal change of 100 and a vertical change of 10. State that slope always carries units.</a:t>
            </a:r>
          </a:p>
          <a:p>
            <a:endParaRPr lang="nb-NO" dirty="0"/>
          </a:p>
        </p:txBody>
      </p:sp>
      <p:sp>
        <p:nvSpPr>
          <p:cNvPr id="4" name="Plassholder for lysbildenummer 3">
            <a:extLst>
              <a:ext uri="{FF2B5EF4-FFF2-40B4-BE49-F238E27FC236}">
                <a16:creationId xmlns:a16="http://schemas.microsoft.com/office/drawing/2014/main" id="{4BDC6EFE-11BD-2DBD-1947-49D5B44D4CC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FD4739E-9C57-4AE7-B15C-C6DCE23E91D8}" type="slidenum">
              <a:rPr lang="nb-NO" smtClean="0"/>
              <a:t>2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25671014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lysbil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ssholder for nota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Plassholder for lysbilde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FD4739E-9C57-4AE7-B15C-C6DCE23E91D8}" type="slidenum">
              <a:rPr lang="nb-NO" smtClean="0"/>
              <a:t>4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61679943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lysbil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ssholder for nota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Plassholder for lysbilde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FD4739E-9C57-4AE7-B15C-C6DCE23E91D8}" type="slidenum">
              <a:rPr lang="nb-NO" smtClean="0"/>
              <a:t>6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08597008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lysbil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ssholder for nota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b-NO" dirty="0" err="1"/>
              <a:t>We</a:t>
            </a:r>
            <a:r>
              <a:rPr lang="nb-NO" dirty="0"/>
              <a:t> </a:t>
            </a:r>
            <a:r>
              <a:rPr lang="nb-NO" dirty="0" err="1"/>
              <a:t>estimated</a:t>
            </a:r>
            <a:r>
              <a:rPr lang="nb-NO" dirty="0"/>
              <a:t> a </a:t>
            </a:r>
            <a:r>
              <a:rPr lang="nb-NO" dirty="0" err="1"/>
              <a:t>slope</a:t>
            </a:r>
            <a:r>
              <a:rPr lang="nb-NO" dirty="0"/>
              <a:t> </a:t>
            </a:r>
            <a:r>
              <a:rPr lang="nb-NO" dirty="0" err="1"/>
              <a:t>of</a:t>
            </a:r>
            <a:r>
              <a:rPr lang="nb-NO" dirty="0"/>
              <a:t> </a:t>
            </a:r>
            <a:r>
              <a:rPr lang="nb-NO" dirty="0" err="1"/>
              <a:t>about</a:t>
            </a:r>
            <a:r>
              <a:rPr lang="nb-NO" dirty="0"/>
              <a:t> 0.102. </a:t>
            </a:r>
            <a:r>
              <a:rPr lang="nb-NO" dirty="0" err="1"/>
              <a:t>But</a:t>
            </a:r>
            <a:r>
              <a:rPr lang="nb-NO" dirty="0"/>
              <a:t> </a:t>
            </a:r>
            <a:r>
              <a:rPr lang="nb-NO" dirty="0" err="1"/>
              <a:t>that</a:t>
            </a:r>
            <a:r>
              <a:rPr lang="nb-NO" dirty="0"/>
              <a:t> </a:t>
            </a:r>
            <a:r>
              <a:rPr lang="nb-NO" dirty="0" err="1"/>
              <a:t>number</a:t>
            </a:r>
            <a:r>
              <a:rPr lang="nb-NO" dirty="0"/>
              <a:t> </a:t>
            </a:r>
            <a:r>
              <a:rPr lang="nb-NO" dirty="0" err="1"/>
              <a:t>comes</a:t>
            </a:r>
            <a:r>
              <a:rPr lang="nb-NO" dirty="0"/>
              <a:t> from </a:t>
            </a:r>
            <a:r>
              <a:rPr lang="nb-NO" dirty="0" err="1"/>
              <a:t>these</a:t>
            </a:r>
            <a:r>
              <a:rPr lang="nb-NO" dirty="0"/>
              <a:t> </a:t>
            </a:r>
            <a:r>
              <a:rPr lang="nb-NO" dirty="0" err="1"/>
              <a:t>particular</a:t>
            </a:r>
            <a:r>
              <a:rPr lang="nb-NO" dirty="0"/>
              <a:t> 40 households. </a:t>
            </a:r>
            <a:r>
              <a:rPr lang="nb-NO" dirty="0" err="1"/>
              <a:t>Had</a:t>
            </a:r>
            <a:r>
              <a:rPr lang="nb-NO" dirty="0"/>
              <a:t> </a:t>
            </a:r>
            <a:r>
              <a:rPr lang="nb-NO" dirty="0" err="1"/>
              <a:t>we</a:t>
            </a:r>
            <a:r>
              <a:rPr lang="nb-NO" dirty="0"/>
              <a:t> </a:t>
            </a:r>
            <a:r>
              <a:rPr lang="nb-NO" dirty="0" err="1"/>
              <a:t>observed</a:t>
            </a:r>
            <a:r>
              <a:rPr lang="nb-NO" dirty="0"/>
              <a:t> </a:t>
            </a:r>
            <a:r>
              <a:rPr lang="nb-NO" dirty="0" err="1"/>
              <a:t>another</a:t>
            </a:r>
            <a:r>
              <a:rPr lang="nb-NO" dirty="0"/>
              <a:t> sample </a:t>
            </a:r>
            <a:r>
              <a:rPr lang="nb-NO" dirty="0" err="1"/>
              <a:t>of</a:t>
            </a:r>
            <a:r>
              <a:rPr lang="nb-NO" dirty="0"/>
              <a:t> households, </a:t>
            </a:r>
            <a:r>
              <a:rPr lang="nb-NO" dirty="0" err="1"/>
              <a:t>we</a:t>
            </a:r>
            <a:r>
              <a:rPr lang="nb-NO" dirty="0"/>
              <a:t> </a:t>
            </a:r>
            <a:r>
              <a:rPr lang="nb-NO" dirty="0" err="1"/>
              <a:t>would</a:t>
            </a:r>
            <a:r>
              <a:rPr lang="nb-NO" dirty="0"/>
              <a:t> </a:t>
            </a:r>
            <a:r>
              <a:rPr lang="nb-NO" dirty="0" err="1"/>
              <a:t>probably</a:t>
            </a:r>
            <a:r>
              <a:rPr lang="nb-NO" dirty="0"/>
              <a:t> not have </a:t>
            </a:r>
            <a:r>
              <a:rPr lang="nb-NO" dirty="0" err="1"/>
              <a:t>obtained</a:t>
            </a:r>
            <a:r>
              <a:rPr lang="nb-NO" dirty="0"/>
              <a:t> </a:t>
            </a:r>
            <a:r>
              <a:rPr lang="nb-NO" dirty="0" err="1"/>
              <a:t>exactly</a:t>
            </a:r>
            <a:r>
              <a:rPr lang="nb-NO" dirty="0"/>
              <a:t> 0.102.</a:t>
            </a:r>
            <a:endParaRPr lang="en-GB" dirty="0"/>
          </a:p>
        </p:txBody>
      </p:sp>
      <p:sp>
        <p:nvSpPr>
          <p:cNvPr id="4" name="Plassholder for lysbilde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FD4739E-9C57-4AE7-B15C-C6DCE23E91D8}" type="slidenum">
              <a:rPr lang="nb-NO" smtClean="0"/>
              <a:t>10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43224180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lysbil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ssholder for nota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b-NO" dirty="0"/>
              <a:t>A single </a:t>
            </a:r>
            <a:r>
              <a:rPr lang="nb-NO" dirty="0" err="1"/>
              <a:t>estimate</a:t>
            </a:r>
            <a:r>
              <a:rPr lang="nb-NO" dirty="0"/>
              <a:t> </a:t>
            </a:r>
            <a:r>
              <a:rPr lang="nb-NO" dirty="0" err="1"/>
              <a:t>can</a:t>
            </a:r>
            <a:r>
              <a:rPr lang="nb-NO" dirty="0"/>
              <a:t> be “</a:t>
            </a:r>
            <a:r>
              <a:rPr lang="nb-NO" dirty="0" err="1"/>
              <a:t>unlucky</a:t>
            </a:r>
            <a:r>
              <a:rPr lang="nb-NO" dirty="0"/>
              <a:t>”, </a:t>
            </a:r>
            <a:r>
              <a:rPr lang="nb-NO" dirty="0" err="1"/>
              <a:t>even</a:t>
            </a:r>
            <a:r>
              <a:rPr lang="nb-NO" dirty="0"/>
              <a:t> </a:t>
            </a:r>
            <a:r>
              <a:rPr lang="nb-NO" dirty="0" err="1"/>
              <a:t>when</a:t>
            </a:r>
            <a:r>
              <a:rPr lang="nb-NO" dirty="0"/>
              <a:t> </a:t>
            </a:r>
            <a:r>
              <a:rPr lang="nb-NO" dirty="0" err="1"/>
              <a:t>the</a:t>
            </a:r>
            <a:r>
              <a:rPr lang="nb-NO" dirty="0"/>
              <a:t> estimator </a:t>
            </a:r>
            <a:r>
              <a:rPr lang="nb-NO" dirty="0" err="1"/>
              <a:t>works</a:t>
            </a:r>
            <a:r>
              <a:rPr lang="nb-NO" dirty="0"/>
              <a:t> </a:t>
            </a:r>
            <a:r>
              <a:rPr lang="nb-NO" dirty="0" err="1"/>
              <a:t>well</a:t>
            </a:r>
            <a:r>
              <a:rPr lang="nb-NO" dirty="0"/>
              <a:t>.</a:t>
            </a:r>
            <a:endParaRPr lang="en-GB" dirty="0"/>
          </a:p>
        </p:txBody>
      </p:sp>
      <p:sp>
        <p:nvSpPr>
          <p:cNvPr id="4" name="Plassholder for lysbilde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FD4739E-9C57-4AE7-B15C-C6DCE23E91D8}" type="slidenum">
              <a:rPr lang="nb-NO" smtClean="0"/>
              <a:t>13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80523703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lysbil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ssholder for nota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b-NO" dirty="0"/>
              <a:t>Her ser vi resultatet av at vi gjentar det samme eksperimentet mange ganger.</a:t>
            </a:r>
          </a:p>
          <a:p>
            <a:r>
              <a:rPr lang="nb-NO" dirty="0"/>
              <a:t>Vi vet at den sanne helningen i populasjonen er 0,10. Likevel får vi ikke nøyaktig 0,10 hver gang vi trekker et nytt utvalg og estimerer modellen. Noen ganger får vi litt høyere verdier, andre ganger litt lavere.</a:t>
            </a:r>
          </a:p>
          <a:p>
            <a:r>
              <a:rPr lang="nb-NO" dirty="0"/>
              <a:t>Det viktige er hvor disse estimatene er sentrert.</a:t>
            </a:r>
          </a:p>
          <a:p>
            <a:r>
              <a:rPr lang="nb-NO" dirty="0"/>
              <a:t>Hvis OLS-estimatoren er forventningsrett, betyr det at gjennomsnittet av alle de mulige estimatene er lik den sanne parameterverdien.</a:t>
            </a:r>
          </a:p>
          <a:p>
            <a:r>
              <a:rPr lang="nb-NO" dirty="0"/>
              <a:t>Matematisk skriver vi dette som:</a:t>
            </a:r>
          </a:p>
          <a:p>
            <a:r>
              <a:rPr lang="nb-NO" dirty="0"/>
              <a:t>E(b₂ | </a:t>
            </a:r>
            <a:r>
              <a:rPr lang="nb-NO" dirty="0" err="1"/>
              <a:t>X</a:t>
            </a:r>
            <a:r>
              <a:rPr lang="nb-NO" dirty="0"/>
              <a:t>) = β₂</a:t>
            </a:r>
          </a:p>
          <a:p>
            <a:r>
              <a:rPr lang="nb-NO" dirty="0"/>
              <a:t>Dette betyr ikke at hvert enkelt estimat er riktig. Et enkelt utvalg kan være ganske uheldig og gi en verdi som ligger et stykke unna den sanne helningen.</a:t>
            </a:r>
          </a:p>
          <a:p>
            <a:r>
              <a:rPr lang="nb-NO" dirty="0" err="1"/>
              <a:t>Forventningsretthet</a:t>
            </a:r>
            <a:r>
              <a:rPr lang="nb-NO" dirty="0"/>
              <a:t> er derfor en egenskap ved estimatoren over mange gjentatte utvalg, ikke en egenskap ved ett bestemt estimat.</a:t>
            </a:r>
          </a:p>
          <a:p>
            <a:r>
              <a:rPr lang="nb-NO" dirty="0"/>
              <a:t>Det vi ser i histogrammet er nettopp denne ideen: estimatene varierer fra utvalg til utvalg, men de er samlet rundt den sanne verdien 0,10.</a:t>
            </a:r>
          </a:p>
          <a:p>
            <a:endParaRPr lang="en-GB" dirty="0"/>
          </a:p>
        </p:txBody>
      </p:sp>
      <p:sp>
        <p:nvSpPr>
          <p:cNvPr id="4" name="Plassholder for lysbilde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FD4739E-9C57-4AE7-B15C-C6DCE23E91D8}" type="slidenum">
              <a:rPr lang="nb-NO" smtClean="0"/>
              <a:t>14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264615479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lysbil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ssholder for nota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b-NO" dirty="0"/>
              <a:t>Begge disse estimatorene kan være forventningsrette. </a:t>
            </a:r>
          </a:p>
          <a:p>
            <a:r>
              <a:rPr lang="nb-NO" dirty="0"/>
              <a:t>De er begge sentrert på den sanne parameteren. </a:t>
            </a:r>
          </a:p>
          <a:p>
            <a:r>
              <a:rPr lang="nb-NO" dirty="0"/>
              <a:t>Men den ene har mye mindre variasjon fra utvalg til utvalg. </a:t>
            </a:r>
          </a:p>
          <a:p>
            <a:r>
              <a:rPr lang="nb-NO" dirty="0"/>
              <a:t>Det er dette vi mener med presisjon. </a:t>
            </a:r>
          </a:p>
          <a:p>
            <a:r>
              <a:rPr lang="nb-NO" dirty="0"/>
              <a:t>Så nå går vi fra spørsmålet «treffer estimatoren riktig i gjennomsnitt?» til «hvor mye varierer den rundt den sanne verdien?»</a:t>
            </a:r>
            <a:endParaRPr lang="en-GB" dirty="0"/>
          </a:p>
        </p:txBody>
      </p:sp>
      <p:sp>
        <p:nvSpPr>
          <p:cNvPr id="4" name="Plassholder for lysbilde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FD4739E-9C57-4AE7-B15C-C6DCE23E91D8}" type="slidenum">
              <a:rPr lang="nb-NO" smtClean="0"/>
              <a:t>15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91574004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lysbilde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Plassholder for notat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nb-NO" dirty="0" err="1"/>
                  <a:t>We</a:t>
                </a:r>
                <a:r>
                  <a:rPr lang="nb-NO" dirty="0"/>
                  <a:t> have </a:t>
                </a:r>
                <a:r>
                  <a:rPr lang="nb-NO" dirty="0" err="1"/>
                  <a:t>focused</a:t>
                </a:r>
                <a:r>
                  <a:rPr lang="nb-NO" dirty="0"/>
                  <a:t> </a:t>
                </a:r>
                <a:r>
                  <a:rPr lang="nb-NO" dirty="0" err="1"/>
                  <a:t>on</a:t>
                </a:r>
                <a:r>
                  <a:rPr lang="nb-NO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nb-NO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lang="nb-NO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𝑏</m:t>
                        </m:r>
                      </m:e>
                      <m:sub>
                        <m:r>
                          <a:rPr lang="nb-NO" sz="1200" i="0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2</m:t>
                        </m:r>
                      </m:sub>
                    </m:sSub>
                  </m:oMath>
                </a14:m>
                <a:r>
                  <a:rPr lang="nb-NO" dirty="0" err="1"/>
                  <a:t>because</a:t>
                </a:r>
                <a:r>
                  <a:rPr lang="nb-NO" dirty="0"/>
                  <a:t> </a:t>
                </a:r>
                <a:r>
                  <a:rPr lang="nb-NO" dirty="0" err="1"/>
                  <a:t>the</a:t>
                </a:r>
                <a:r>
                  <a:rPr lang="nb-NO" dirty="0"/>
                  <a:t> </a:t>
                </a:r>
                <a:r>
                  <a:rPr lang="nb-NO" dirty="0" err="1"/>
                  <a:t>slope</a:t>
                </a:r>
                <a:r>
                  <a:rPr lang="nb-NO" dirty="0"/>
                  <a:t> is </a:t>
                </a:r>
                <a:r>
                  <a:rPr lang="nb-NO" dirty="0" err="1"/>
                  <a:t>usually</a:t>
                </a:r>
                <a:r>
                  <a:rPr lang="nb-NO" dirty="0"/>
                  <a:t> </a:t>
                </a:r>
                <a:r>
                  <a:rPr lang="nb-NO" dirty="0" err="1"/>
                  <a:t>the</a:t>
                </a:r>
                <a:r>
                  <a:rPr lang="nb-NO" dirty="0"/>
                  <a:t> </a:t>
                </a:r>
                <a:r>
                  <a:rPr lang="nb-NO" dirty="0" err="1"/>
                  <a:t>economically</a:t>
                </a:r>
                <a:r>
                  <a:rPr lang="nb-NO" dirty="0"/>
                  <a:t> </a:t>
                </a:r>
                <a:r>
                  <a:rPr lang="nb-NO" dirty="0" err="1"/>
                  <a:t>interesting</a:t>
                </a:r>
                <a:r>
                  <a:rPr lang="nb-NO" dirty="0"/>
                  <a:t> parameter. </a:t>
                </a:r>
                <a:r>
                  <a:rPr lang="nb-NO" dirty="0" err="1"/>
                  <a:t>But</a:t>
                </a:r>
                <a:r>
                  <a:rPr lang="nb-NO" dirty="0"/>
                  <a:t> </a:t>
                </a:r>
                <a:r>
                  <a:rPr lang="nb-NO" dirty="0" err="1"/>
                  <a:t>the</a:t>
                </a:r>
                <a:r>
                  <a:rPr lang="nb-NO" dirty="0"/>
                  <a:t> </a:t>
                </a:r>
                <a:r>
                  <a:rPr lang="nb-NO" dirty="0" err="1"/>
                  <a:t>intercept</a:t>
                </a:r>
                <a:r>
                  <a:rPr lang="nb-NO" dirty="0"/>
                  <a:t> is </a:t>
                </a:r>
                <a:r>
                  <a:rPr lang="nb-NO" dirty="0" err="1"/>
                  <a:t>also</a:t>
                </a:r>
                <a:r>
                  <a:rPr lang="nb-NO" dirty="0"/>
                  <a:t> an estimator and </a:t>
                </a:r>
                <a:r>
                  <a:rPr lang="nb-NO" dirty="0" err="1"/>
                  <a:t>therefore</a:t>
                </a:r>
                <a:r>
                  <a:rPr lang="nb-NO" dirty="0"/>
                  <a:t> </a:t>
                </a:r>
                <a:r>
                  <a:rPr lang="nb-NO" dirty="0" err="1"/>
                  <a:t>also</a:t>
                </a:r>
                <a:r>
                  <a:rPr lang="nb-NO" dirty="0"/>
                  <a:t> </a:t>
                </a:r>
                <a:r>
                  <a:rPr lang="nb-NO" dirty="0" err="1"/>
                  <a:t>varies</a:t>
                </a:r>
                <a:r>
                  <a:rPr lang="nb-NO" dirty="0"/>
                  <a:t> from sample to sample.</a:t>
                </a:r>
              </a:p>
              <a:p>
                <a:r>
                  <a:rPr lang="nb-NO" dirty="0" err="1"/>
                  <a:t>Its</a:t>
                </a:r>
                <a:r>
                  <a:rPr lang="nb-NO" dirty="0"/>
                  <a:t> </a:t>
                </a:r>
                <a:r>
                  <a:rPr lang="nb-NO" dirty="0" err="1"/>
                  <a:t>variance</a:t>
                </a:r>
                <a:r>
                  <a:rPr lang="nb-NO" dirty="0"/>
                  <a:t> </a:t>
                </a:r>
                <a:r>
                  <a:rPr lang="nb-NO" dirty="0" err="1"/>
                  <a:t>looks</a:t>
                </a:r>
                <a:r>
                  <a:rPr lang="nb-NO" dirty="0"/>
                  <a:t> </a:t>
                </a:r>
                <a:r>
                  <a:rPr lang="nb-NO" dirty="0" err="1"/>
                  <a:t>slightly</a:t>
                </a:r>
                <a:r>
                  <a:rPr lang="nb-NO" dirty="0"/>
                  <a:t> more </a:t>
                </a:r>
                <a:r>
                  <a:rPr lang="nb-NO" dirty="0" err="1"/>
                  <a:t>complicated</a:t>
                </a:r>
                <a:r>
                  <a:rPr lang="nb-NO" dirty="0"/>
                  <a:t>, </a:t>
                </a:r>
                <a:r>
                  <a:rPr lang="nb-NO" dirty="0" err="1"/>
                  <a:t>but</a:t>
                </a:r>
                <a:r>
                  <a:rPr lang="nb-NO" dirty="0"/>
                  <a:t> </a:t>
                </a:r>
                <a:r>
                  <a:rPr lang="nb-NO" dirty="0" err="1"/>
                  <a:t>the</a:t>
                </a:r>
                <a:r>
                  <a:rPr lang="nb-NO" dirty="0"/>
                  <a:t> </a:t>
                </a:r>
                <a:r>
                  <a:rPr lang="nb-NO" dirty="0" err="1"/>
                  <a:t>intuition</a:t>
                </a:r>
                <a:r>
                  <a:rPr lang="nb-NO" dirty="0"/>
                  <a:t> is </a:t>
                </a:r>
                <a:r>
                  <a:rPr lang="nb-NO" dirty="0" err="1"/>
                  <a:t>similar</a:t>
                </a:r>
                <a:r>
                  <a:rPr lang="nb-NO" dirty="0"/>
                  <a:t>. More </a:t>
                </a:r>
                <a:r>
                  <a:rPr lang="nb-NO" dirty="0" err="1"/>
                  <a:t>noise</a:t>
                </a:r>
                <a:r>
                  <a:rPr lang="nb-NO" dirty="0"/>
                  <a:t> makes it less </a:t>
                </a:r>
                <a:r>
                  <a:rPr lang="nb-NO" dirty="0" err="1"/>
                  <a:t>precise</a:t>
                </a:r>
                <a:r>
                  <a:rPr lang="nb-NO" dirty="0"/>
                  <a:t>, and more </a:t>
                </a:r>
                <a:r>
                  <a:rPr lang="nb-NO" dirty="0" err="1"/>
                  <a:t>information</a:t>
                </a:r>
                <a:r>
                  <a:rPr lang="nb-NO" dirty="0"/>
                  <a:t> in </a:t>
                </a:r>
                <a:r>
                  <a:rPr lang="nb-NO" dirty="0" err="1"/>
                  <a:t>the</a:t>
                </a:r>
                <a:r>
                  <a:rPr lang="nb-NO" dirty="0"/>
                  <a:t> data makes it more </a:t>
                </a:r>
                <a:r>
                  <a:rPr lang="nb-NO" dirty="0" err="1"/>
                  <a:t>precise</a:t>
                </a:r>
                <a:r>
                  <a:rPr lang="nb-NO" dirty="0"/>
                  <a:t>.</a:t>
                </a:r>
              </a:p>
              <a:p>
                <a:r>
                  <a:rPr lang="nb-NO" dirty="0" err="1"/>
                  <a:t>There</a:t>
                </a:r>
                <a:r>
                  <a:rPr lang="nb-NO" dirty="0"/>
                  <a:t> is </a:t>
                </a:r>
                <a:r>
                  <a:rPr lang="nb-NO" dirty="0" err="1"/>
                  <a:t>one</a:t>
                </a:r>
                <a:r>
                  <a:rPr lang="nb-NO" dirty="0"/>
                  <a:t> </a:t>
                </a:r>
                <a:r>
                  <a:rPr lang="nb-NO" dirty="0" err="1"/>
                  <a:t>additional</a:t>
                </a:r>
                <a:r>
                  <a:rPr lang="nb-NO" dirty="0"/>
                  <a:t> </a:t>
                </a:r>
                <a:r>
                  <a:rPr lang="nb-NO" dirty="0" err="1"/>
                  <a:t>issue</a:t>
                </a:r>
                <a:r>
                  <a:rPr lang="nb-NO" dirty="0"/>
                  <a:t>: </a:t>
                </a:r>
                <a:r>
                  <a:rPr lang="nb-NO" dirty="0" err="1"/>
                  <a:t>estimating</a:t>
                </a:r>
                <a:r>
                  <a:rPr lang="nb-NO" dirty="0"/>
                  <a:t> </a:t>
                </a:r>
                <a:r>
                  <a:rPr lang="nb-NO" dirty="0" err="1"/>
                  <a:t>the</a:t>
                </a:r>
                <a:r>
                  <a:rPr lang="nb-NO" dirty="0"/>
                  <a:t> </a:t>
                </a:r>
                <a:r>
                  <a:rPr lang="nb-NO" dirty="0" err="1"/>
                  <a:t>intercept</a:t>
                </a:r>
                <a:r>
                  <a:rPr lang="nb-NO" dirty="0"/>
                  <a:t> </a:t>
                </a:r>
                <a:r>
                  <a:rPr lang="nb-NO" dirty="0" err="1"/>
                  <a:t>means</a:t>
                </a:r>
                <a:r>
                  <a:rPr lang="nb-NO" dirty="0"/>
                  <a:t> </a:t>
                </a:r>
                <a:r>
                  <a:rPr lang="nb-NO" dirty="0" err="1"/>
                  <a:t>estimating</a:t>
                </a:r>
                <a:r>
                  <a:rPr lang="nb-NO" dirty="0"/>
                  <a:t> </a:t>
                </a:r>
                <a:r>
                  <a:rPr lang="nb-NO" dirty="0" err="1"/>
                  <a:t>the</a:t>
                </a:r>
                <a:r>
                  <a:rPr lang="nb-NO" dirty="0"/>
                  <a:t> </a:t>
                </a:r>
                <a:r>
                  <a:rPr lang="nb-NO" dirty="0" err="1"/>
                  <a:t>value</a:t>
                </a:r>
                <a:r>
                  <a:rPr lang="nb-NO" dirty="0"/>
                  <a:t> </a:t>
                </a:r>
                <a:r>
                  <a:rPr lang="nb-NO" dirty="0" err="1"/>
                  <a:t>of</a:t>
                </a:r>
                <a:r>
                  <a:rPr lang="nb-NO" dirty="0"/>
                  <a:t> </a:t>
                </a:r>
                <a14:m>
                  <m:oMath xmlns:m="http://schemas.openxmlformats.org/officeDocument/2006/math">
                    <m:r>
                      <a:rPr lang="nb-NO" sz="1200" i="1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𝑦</m:t>
                    </m:r>
                  </m:oMath>
                </a14:m>
                <a:r>
                  <a:rPr lang="nb-NO" dirty="0"/>
                  <a:t>at </a:t>
                </a:r>
                <a14:m>
                  <m:oMath xmlns:m="http://schemas.openxmlformats.org/officeDocument/2006/math">
                    <m:r>
                      <a:rPr lang="nb-NO" sz="1200" i="1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𝑥</m:t>
                    </m:r>
                    <m:r>
                      <a:rPr lang="nb-NO" sz="1200" i="0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=0</m:t>
                    </m:r>
                  </m:oMath>
                </a14:m>
                <a:r>
                  <a:rPr lang="nb-NO" dirty="0"/>
                  <a:t>. If </a:t>
                </a:r>
                <a:r>
                  <a:rPr lang="nb-NO" dirty="0" err="1"/>
                  <a:t>our</a:t>
                </a:r>
                <a:r>
                  <a:rPr lang="nb-NO" dirty="0"/>
                  <a:t> </a:t>
                </a:r>
                <a:r>
                  <a:rPr lang="nb-NO" dirty="0" err="1"/>
                  <a:t>observations</a:t>
                </a:r>
                <a:r>
                  <a:rPr lang="nb-NO" dirty="0"/>
                  <a:t> </a:t>
                </a:r>
                <a:r>
                  <a:rPr lang="nb-NO" dirty="0" err="1"/>
                  <a:t>are</a:t>
                </a:r>
                <a:r>
                  <a:rPr lang="nb-NO" dirty="0"/>
                  <a:t> far </a:t>
                </a:r>
                <a:r>
                  <a:rPr lang="nb-NO" dirty="0" err="1"/>
                  <a:t>away</a:t>
                </a:r>
                <a:r>
                  <a:rPr lang="nb-NO" dirty="0"/>
                  <a:t> from zero, </a:t>
                </a:r>
                <a:r>
                  <a:rPr lang="nb-NO" dirty="0" err="1"/>
                  <a:t>we</a:t>
                </a:r>
                <a:r>
                  <a:rPr lang="nb-NO" dirty="0"/>
                  <a:t> have </a:t>
                </a:r>
                <a:r>
                  <a:rPr lang="nb-NO" dirty="0" err="1"/>
                  <a:t>relatively</a:t>
                </a:r>
                <a:r>
                  <a:rPr lang="nb-NO" dirty="0"/>
                  <a:t> </a:t>
                </a:r>
                <a:r>
                  <a:rPr lang="nb-NO" dirty="0" err="1"/>
                  <a:t>little</a:t>
                </a:r>
                <a:r>
                  <a:rPr lang="nb-NO" dirty="0"/>
                  <a:t> </a:t>
                </a:r>
                <a:r>
                  <a:rPr lang="nb-NO" dirty="0" err="1"/>
                  <a:t>information</a:t>
                </a:r>
                <a:r>
                  <a:rPr lang="nb-NO" dirty="0"/>
                  <a:t> </a:t>
                </a:r>
                <a:r>
                  <a:rPr lang="nb-NO" dirty="0" err="1"/>
                  <a:t>about</a:t>
                </a:r>
                <a:r>
                  <a:rPr lang="nb-NO" dirty="0"/>
                  <a:t> </a:t>
                </a:r>
                <a:r>
                  <a:rPr lang="nb-NO" dirty="0" err="1"/>
                  <a:t>where</a:t>
                </a:r>
                <a:r>
                  <a:rPr lang="nb-NO" dirty="0"/>
                  <a:t> </a:t>
                </a:r>
                <a:r>
                  <a:rPr lang="nb-NO" dirty="0" err="1"/>
                  <a:t>the</a:t>
                </a:r>
                <a:r>
                  <a:rPr lang="nb-NO" dirty="0"/>
                  <a:t> </a:t>
                </a:r>
                <a:r>
                  <a:rPr lang="nb-NO" dirty="0" err="1"/>
                  <a:t>regression</a:t>
                </a:r>
                <a:r>
                  <a:rPr lang="nb-NO" dirty="0"/>
                  <a:t> line </a:t>
                </a:r>
                <a:r>
                  <a:rPr lang="nb-NO" dirty="0" err="1"/>
                  <a:t>crosses</a:t>
                </a:r>
                <a:r>
                  <a:rPr lang="nb-NO" dirty="0"/>
                  <a:t> </a:t>
                </a:r>
                <a:r>
                  <a:rPr lang="nb-NO" dirty="0" err="1"/>
                  <a:t>the</a:t>
                </a:r>
                <a:r>
                  <a:rPr lang="nb-NO" dirty="0"/>
                  <a:t> y-</a:t>
                </a:r>
                <a:r>
                  <a:rPr lang="nb-NO" dirty="0" err="1"/>
                  <a:t>axis</a:t>
                </a:r>
                <a:r>
                  <a:rPr lang="nb-NO" dirty="0"/>
                  <a:t>.</a:t>
                </a:r>
              </a:p>
            </p:txBody>
          </p:sp>
        </mc:Choice>
        <mc:Fallback xmlns="">
          <p:sp>
            <p:nvSpPr>
              <p:cNvPr id="3" name="Plassholder for notat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nb-NO" dirty="0" err="1"/>
                  <a:t>We</a:t>
                </a:r>
                <a:r>
                  <a:rPr lang="nb-NO" dirty="0"/>
                  <a:t> have </a:t>
                </a:r>
                <a:r>
                  <a:rPr lang="nb-NO" dirty="0" err="1"/>
                  <a:t>focused</a:t>
                </a:r>
                <a:r>
                  <a:rPr lang="nb-NO" dirty="0"/>
                  <a:t> </a:t>
                </a:r>
                <a:r>
                  <a:rPr lang="nb-NO" dirty="0" err="1"/>
                  <a:t>on</a:t>
                </a:r>
                <a:r>
                  <a:rPr lang="nb-NO" dirty="0"/>
                  <a:t> </a:t>
                </a:r>
                <a:r>
                  <a:rPr lang="nb-NO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𝑏_2</a:t>
                </a:r>
                <a:r>
                  <a:rPr lang="nb-NO" dirty="0" err="1"/>
                  <a:t>because</a:t>
                </a:r>
                <a:r>
                  <a:rPr lang="nb-NO" dirty="0"/>
                  <a:t> </a:t>
                </a:r>
                <a:r>
                  <a:rPr lang="nb-NO" dirty="0" err="1"/>
                  <a:t>the</a:t>
                </a:r>
                <a:r>
                  <a:rPr lang="nb-NO" dirty="0"/>
                  <a:t> </a:t>
                </a:r>
                <a:r>
                  <a:rPr lang="nb-NO" dirty="0" err="1"/>
                  <a:t>slope</a:t>
                </a:r>
                <a:r>
                  <a:rPr lang="nb-NO" dirty="0"/>
                  <a:t> is </a:t>
                </a:r>
                <a:r>
                  <a:rPr lang="nb-NO" dirty="0" err="1"/>
                  <a:t>usually</a:t>
                </a:r>
                <a:r>
                  <a:rPr lang="nb-NO" dirty="0"/>
                  <a:t> </a:t>
                </a:r>
                <a:r>
                  <a:rPr lang="nb-NO" dirty="0" err="1"/>
                  <a:t>the</a:t>
                </a:r>
                <a:r>
                  <a:rPr lang="nb-NO" dirty="0"/>
                  <a:t> </a:t>
                </a:r>
                <a:r>
                  <a:rPr lang="nb-NO" dirty="0" err="1"/>
                  <a:t>economically</a:t>
                </a:r>
                <a:r>
                  <a:rPr lang="nb-NO" dirty="0"/>
                  <a:t> </a:t>
                </a:r>
                <a:r>
                  <a:rPr lang="nb-NO" dirty="0" err="1"/>
                  <a:t>interesting</a:t>
                </a:r>
                <a:r>
                  <a:rPr lang="nb-NO" dirty="0"/>
                  <a:t> parameter. </a:t>
                </a:r>
                <a:r>
                  <a:rPr lang="nb-NO" dirty="0" err="1"/>
                  <a:t>But</a:t>
                </a:r>
                <a:r>
                  <a:rPr lang="nb-NO" dirty="0"/>
                  <a:t> </a:t>
                </a:r>
                <a:r>
                  <a:rPr lang="nb-NO" dirty="0" err="1"/>
                  <a:t>the</a:t>
                </a:r>
                <a:r>
                  <a:rPr lang="nb-NO" dirty="0"/>
                  <a:t> </a:t>
                </a:r>
                <a:r>
                  <a:rPr lang="nb-NO" dirty="0" err="1"/>
                  <a:t>intercept</a:t>
                </a:r>
                <a:r>
                  <a:rPr lang="nb-NO" dirty="0"/>
                  <a:t> is </a:t>
                </a:r>
                <a:r>
                  <a:rPr lang="nb-NO" dirty="0" err="1"/>
                  <a:t>also</a:t>
                </a:r>
                <a:r>
                  <a:rPr lang="nb-NO" dirty="0"/>
                  <a:t> an estimator and </a:t>
                </a:r>
                <a:r>
                  <a:rPr lang="nb-NO" dirty="0" err="1"/>
                  <a:t>therefore</a:t>
                </a:r>
                <a:r>
                  <a:rPr lang="nb-NO" dirty="0"/>
                  <a:t> </a:t>
                </a:r>
                <a:r>
                  <a:rPr lang="nb-NO" dirty="0" err="1"/>
                  <a:t>also</a:t>
                </a:r>
                <a:r>
                  <a:rPr lang="nb-NO" dirty="0"/>
                  <a:t> </a:t>
                </a:r>
                <a:r>
                  <a:rPr lang="nb-NO" dirty="0" err="1"/>
                  <a:t>varies</a:t>
                </a:r>
                <a:r>
                  <a:rPr lang="nb-NO" dirty="0"/>
                  <a:t> from sample to sample.</a:t>
                </a:r>
              </a:p>
              <a:p>
                <a:r>
                  <a:rPr lang="nb-NO" dirty="0" err="1"/>
                  <a:t>Its</a:t>
                </a:r>
                <a:r>
                  <a:rPr lang="nb-NO" dirty="0"/>
                  <a:t> </a:t>
                </a:r>
                <a:r>
                  <a:rPr lang="nb-NO" dirty="0" err="1"/>
                  <a:t>variance</a:t>
                </a:r>
                <a:r>
                  <a:rPr lang="nb-NO" dirty="0"/>
                  <a:t> </a:t>
                </a:r>
                <a:r>
                  <a:rPr lang="nb-NO" dirty="0" err="1"/>
                  <a:t>looks</a:t>
                </a:r>
                <a:r>
                  <a:rPr lang="nb-NO" dirty="0"/>
                  <a:t> </a:t>
                </a:r>
                <a:r>
                  <a:rPr lang="nb-NO" dirty="0" err="1"/>
                  <a:t>slightly</a:t>
                </a:r>
                <a:r>
                  <a:rPr lang="nb-NO" dirty="0"/>
                  <a:t> more </a:t>
                </a:r>
                <a:r>
                  <a:rPr lang="nb-NO" dirty="0" err="1"/>
                  <a:t>complicated</a:t>
                </a:r>
                <a:r>
                  <a:rPr lang="nb-NO" dirty="0"/>
                  <a:t>, </a:t>
                </a:r>
                <a:r>
                  <a:rPr lang="nb-NO" dirty="0" err="1"/>
                  <a:t>but</a:t>
                </a:r>
                <a:r>
                  <a:rPr lang="nb-NO" dirty="0"/>
                  <a:t> </a:t>
                </a:r>
                <a:r>
                  <a:rPr lang="nb-NO" dirty="0" err="1"/>
                  <a:t>the</a:t>
                </a:r>
                <a:r>
                  <a:rPr lang="nb-NO" dirty="0"/>
                  <a:t> </a:t>
                </a:r>
                <a:r>
                  <a:rPr lang="nb-NO" dirty="0" err="1"/>
                  <a:t>intuition</a:t>
                </a:r>
                <a:r>
                  <a:rPr lang="nb-NO" dirty="0"/>
                  <a:t> is </a:t>
                </a:r>
                <a:r>
                  <a:rPr lang="nb-NO" dirty="0" err="1"/>
                  <a:t>similar</a:t>
                </a:r>
                <a:r>
                  <a:rPr lang="nb-NO" dirty="0"/>
                  <a:t>. More </a:t>
                </a:r>
                <a:r>
                  <a:rPr lang="nb-NO" dirty="0" err="1"/>
                  <a:t>noise</a:t>
                </a:r>
                <a:r>
                  <a:rPr lang="nb-NO" dirty="0"/>
                  <a:t> makes it less </a:t>
                </a:r>
                <a:r>
                  <a:rPr lang="nb-NO" dirty="0" err="1"/>
                  <a:t>precise</a:t>
                </a:r>
                <a:r>
                  <a:rPr lang="nb-NO" dirty="0"/>
                  <a:t>, and more </a:t>
                </a:r>
                <a:r>
                  <a:rPr lang="nb-NO" dirty="0" err="1"/>
                  <a:t>information</a:t>
                </a:r>
                <a:r>
                  <a:rPr lang="nb-NO" dirty="0"/>
                  <a:t> in </a:t>
                </a:r>
                <a:r>
                  <a:rPr lang="nb-NO" dirty="0" err="1"/>
                  <a:t>the</a:t>
                </a:r>
                <a:r>
                  <a:rPr lang="nb-NO" dirty="0"/>
                  <a:t> data makes it more </a:t>
                </a:r>
                <a:r>
                  <a:rPr lang="nb-NO" dirty="0" err="1"/>
                  <a:t>precise</a:t>
                </a:r>
                <a:r>
                  <a:rPr lang="nb-NO" dirty="0"/>
                  <a:t>.</a:t>
                </a:r>
              </a:p>
              <a:p>
                <a:r>
                  <a:rPr lang="nb-NO" dirty="0" err="1"/>
                  <a:t>There</a:t>
                </a:r>
                <a:r>
                  <a:rPr lang="nb-NO" dirty="0"/>
                  <a:t> is </a:t>
                </a:r>
                <a:r>
                  <a:rPr lang="nb-NO" dirty="0" err="1"/>
                  <a:t>one</a:t>
                </a:r>
                <a:r>
                  <a:rPr lang="nb-NO" dirty="0"/>
                  <a:t> </a:t>
                </a:r>
                <a:r>
                  <a:rPr lang="nb-NO" dirty="0" err="1"/>
                  <a:t>additional</a:t>
                </a:r>
                <a:r>
                  <a:rPr lang="nb-NO" dirty="0"/>
                  <a:t> </a:t>
                </a:r>
                <a:r>
                  <a:rPr lang="nb-NO" dirty="0" err="1"/>
                  <a:t>issue</a:t>
                </a:r>
                <a:r>
                  <a:rPr lang="nb-NO" dirty="0"/>
                  <a:t>: </a:t>
                </a:r>
                <a:r>
                  <a:rPr lang="nb-NO" dirty="0" err="1"/>
                  <a:t>estimating</a:t>
                </a:r>
                <a:r>
                  <a:rPr lang="nb-NO" dirty="0"/>
                  <a:t> </a:t>
                </a:r>
                <a:r>
                  <a:rPr lang="nb-NO" dirty="0" err="1"/>
                  <a:t>the</a:t>
                </a:r>
                <a:r>
                  <a:rPr lang="nb-NO" dirty="0"/>
                  <a:t> </a:t>
                </a:r>
                <a:r>
                  <a:rPr lang="nb-NO" dirty="0" err="1"/>
                  <a:t>intercept</a:t>
                </a:r>
                <a:r>
                  <a:rPr lang="nb-NO" dirty="0"/>
                  <a:t> </a:t>
                </a:r>
                <a:r>
                  <a:rPr lang="nb-NO" dirty="0" err="1"/>
                  <a:t>means</a:t>
                </a:r>
                <a:r>
                  <a:rPr lang="nb-NO" dirty="0"/>
                  <a:t> </a:t>
                </a:r>
                <a:r>
                  <a:rPr lang="nb-NO" dirty="0" err="1"/>
                  <a:t>estimating</a:t>
                </a:r>
                <a:r>
                  <a:rPr lang="nb-NO" dirty="0"/>
                  <a:t> </a:t>
                </a:r>
                <a:r>
                  <a:rPr lang="nb-NO" dirty="0" err="1"/>
                  <a:t>the</a:t>
                </a:r>
                <a:r>
                  <a:rPr lang="nb-NO" dirty="0"/>
                  <a:t> </a:t>
                </a:r>
                <a:r>
                  <a:rPr lang="nb-NO" dirty="0" err="1"/>
                  <a:t>value</a:t>
                </a:r>
                <a:r>
                  <a:rPr lang="nb-NO" dirty="0"/>
                  <a:t> </a:t>
                </a:r>
                <a:r>
                  <a:rPr lang="nb-NO" dirty="0" err="1"/>
                  <a:t>of</a:t>
                </a:r>
                <a:r>
                  <a:rPr lang="nb-NO" dirty="0"/>
                  <a:t> </a:t>
                </a:r>
                <a:r>
                  <a:rPr lang="nb-NO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𝑦</a:t>
                </a:r>
                <a:r>
                  <a:rPr lang="nb-NO" dirty="0"/>
                  <a:t>at </a:t>
                </a:r>
                <a:r>
                  <a:rPr lang="nb-NO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𝑥=0</a:t>
                </a:r>
                <a:r>
                  <a:rPr lang="nb-NO" dirty="0"/>
                  <a:t>. If </a:t>
                </a:r>
                <a:r>
                  <a:rPr lang="nb-NO" dirty="0" err="1"/>
                  <a:t>our</a:t>
                </a:r>
                <a:r>
                  <a:rPr lang="nb-NO" dirty="0"/>
                  <a:t> </a:t>
                </a:r>
                <a:r>
                  <a:rPr lang="nb-NO" dirty="0" err="1"/>
                  <a:t>observations</a:t>
                </a:r>
                <a:r>
                  <a:rPr lang="nb-NO" dirty="0"/>
                  <a:t> </a:t>
                </a:r>
                <a:r>
                  <a:rPr lang="nb-NO" dirty="0" err="1"/>
                  <a:t>are</a:t>
                </a:r>
                <a:r>
                  <a:rPr lang="nb-NO" dirty="0"/>
                  <a:t> far </a:t>
                </a:r>
                <a:r>
                  <a:rPr lang="nb-NO" dirty="0" err="1"/>
                  <a:t>away</a:t>
                </a:r>
                <a:r>
                  <a:rPr lang="nb-NO" dirty="0"/>
                  <a:t> from zero, </a:t>
                </a:r>
                <a:r>
                  <a:rPr lang="nb-NO" dirty="0" err="1"/>
                  <a:t>we</a:t>
                </a:r>
                <a:r>
                  <a:rPr lang="nb-NO" dirty="0"/>
                  <a:t> have </a:t>
                </a:r>
                <a:r>
                  <a:rPr lang="nb-NO" dirty="0" err="1"/>
                  <a:t>relatively</a:t>
                </a:r>
                <a:r>
                  <a:rPr lang="nb-NO" dirty="0"/>
                  <a:t> </a:t>
                </a:r>
                <a:r>
                  <a:rPr lang="nb-NO" dirty="0" err="1"/>
                  <a:t>little</a:t>
                </a:r>
                <a:r>
                  <a:rPr lang="nb-NO" dirty="0"/>
                  <a:t> </a:t>
                </a:r>
                <a:r>
                  <a:rPr lang="nb-NO" dirty="0" err="1"/>
                  <a:t>information</a:t>
                </a:r>
                <a:r>
                  <a:rPr lang="nb-NO" dirty="0"/>
                  <a:t> </a:t>
                </a:r>
                <a:r>
                  <a:rPr lang="nb-NO" dirty="0" err="1"/>
                  <a:t>about</a:t>
                </a:r>
                <a:r>
                  <a:rPr lang="nb-NO" dirty="0"/>
                  <a:t> </a:t>
                </a:r>
                <a:r>
                  <a:rPr lang="nb-NO" dirty="0" err="1"/>
                  <a:t>where</a:t>
                </a:r>
                <a:r>
                  <a:rPr lang="nb-NO" dirty="0"/>
                  <a:t> </a:t>
                </a:r>
                <a:r>
                  <a:rPr lang="nb-NO" dirty="0" err="1"/>
                  <a:t>the</a:t>
                </a:r>
                <a:r>
                  <a:rPr lang="nb-NO" dirty="0"/>
                  <a:t> </a:t>
                </a:r>
                <a:r>
                  <a:rPr lang="nb-NO" dirty="0" err="1"/>
                  <a:t>regression</a:t>
                </a:r>
                <a:r>
                  <a:rPr lang="nb-NO" dirty="0"/>
                  <a:t> line </a:t>
                </a:r>
                <a:r>
                  <a:rPr lang="nb-NO" dirty="0" err="1"/>
                  <a:t>crosses</a:t>
                </a:r>
                <a:r>
                  <a:rPr lang="nb-NO" dirty="0"/>
                  <a:t> </a:t>
                </a:r>
                <a:r>
                  <a:rPr lang="nb-NO" dirty="0" err="1"/>
                  <a:t>the</a:t>
                </a:r>
                <a:r>
                  <a:rPr lang="nb-NO" dirty="0"/>
                  <a:t> y-</a:t>
                </a:r>
                <a:r>
                  <a:rPr lang="nb-NO" dirty="0" err="1"/>
                  <a:t>axis</a:t>
                </a:r>
                <a:r>
                  <a:rPr lang="nb-NO" dirty="0"/>
                  <a:t>.</a:t>
                </a:r>
              </a:p>
            </p:txBody>
          </p:sp>
        </mc:Fallback>
      </mc:AlternateContent>
      <p:sp>
        <p:nvSpPr>
          <p:cNvPr id="4" name="Plassholder for lysbilde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FD4739E-9C57-4AE7-B15C-C6DCE23E91D8}" type="slidenum">
              <a:rPr lang="nb-NO" smtClean="0"/>
              <a:t>17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63050373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lysbil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ssholder for nota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b-NO" dirty="0"/>
              <a:t>“Best” </a:t>
            </a:r>
            <a:r>
              <a:rPr lang="nb-NO" dirty="0" err="1"/>
              <a:t>means</a:t>
            </a:r>
            <a:r>
              <a:rPr lang="nb-NO" dirty="0"/>
              <a:t> most </a:t>
            </a:r>
            <a:r>
              <a:rPr lang="nb-NO" dirty="0" err="1"/>
              <a:t>precise</a:t>
            </a:r>
            <a:r>
              <a:rPr lang="nb-NO" dirty="0"/>
              <a:t> </a:t>
            </a:r>
            <a:r>
              <a:rPr lang="nb-NO" dirty="0" err="1"/>
              <a:t>within</a:t>
            </a:r>
            <a:r>
              <a:rPr lang="nb-NO" dirty="0"/>
              <a:t> </a:t>
            </a:r>
            <a:r>
              <a:rPr lang="nb-NO" dirty="0" err="1"/>
              <a:t>the</a:t>
            </a:r>
            <a:r>
              <a:rPr lang="nb-NO" dirty="0"/>
              <a:t> </a:t>
            </a:r>
            <a:r>
              <a:rPr lang="nb-NO" dirty="0" err="1"/>
              <a:t>class</a:t>
            </a:r>
            <a:r>
              <a:rPr lang="nb-NO" dirty="0"/>
              <a:t> </a:t>
            </a:r>
            <a:r>
              <a:rPr lang="nb-NO" dirty="0" err="1"/>
              <a:t>of</a:t>
            </a:r>
            <a:r>
              <a:rPr lang="nb-NO" dirty="0"/>
              <a:t> linear </a:t>
            </a:r>
            <a:r>
              <a:rPr lang="nb-NO" dirty="0" err="1"/>
              <a:t>unbiased</a:t>
            </a:r>
            <a:r>
              <a:rPr lang="nb-NO" dirty="0"/>
              <a:t> estimators.</a:t>
            </a:r>
            <a:endParaRPr lang="en-GB" dirty="0"/>
          </a:p>
        </p:txBody>
      </p:sp>
      <p:sp>
        <p:nvSpPr>
          <p:cNvPr id="4" name="Plassholder for lysbilde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FD4739E-9C57-4AE7-B15C-C6DCE23E91D8}" type="slidenum">
              <a:rPr lang="nb-NO" smtClean="0"/>
              <a:t>18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0835617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4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tellysbil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Title 7"/>
          <p:cNvSpPr>
            <a:spLocks noGrp="1"/>
          </p:cNvSpPr>
          <p:nvPr>
            <p:ph type="title" hasCustomPrompt="1"/>
          </p:nvPr>
        </p:nvSpPr>
        <p:spPr>
          <a:xfrm>
            <a:off x="1054464" y="1118585"/>
            <a:ext cx="6012000" cy="1811813"/>
          </a:xfrm>
        </p:spPr>
        <p:txBody>
          <a:bodyPr lIns="0" anchor="b">
            <a:normAutofit/>
          </a:bodyPr>
          <a:lstStyle>
            <a:lvl1pPr>
              <a:defRPr sz="2400" baseline="0">
                <a:solidFill>
                  <a:schemeClr val="bg1"/>
                </a:solidFill>
              </a:defRPr>
            </a:lvl1pPr>
          </a:lstStyle>
          <a:p>
            <a:r>
              <a:rPr lang="nb-NO" noProof="0" dirty="0"/>
              <a:t>Tittel dokumentet settes her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2" hasCustomPrompt="1"/>
          </p:nvPr>
        </p:nvSpPr>
        <p:spPr>
          <a:xfrm>
            <a:off x="1054464" y="2942591"/>
            <a:ext cx="6012000" cy="1126695"/>
          </a:xfrm>
        </p:spPr>
        <p:txBody>
          <a:bodyPr lIns="0">
            <a:noAutofit/>
          </a:bodyPr>
          <a:lstStyle>
            <a:lvl1pPr marL="0" indent="0">
              <a:buNone/>
              <a:defRPr sz="1800" i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800" i="1">
                <a:solidFill>
                  <a:schemeClr val="bg1"/>
                </a:solidFill>
              </a:defRPr>
            </a:lvl2pPr>
            <a:lvl3pPr marL="914400" indent="0">
              <a:buNone/>
              <a:defRPr sz="1800" i="1">
                <a:solidFill>
                  <a:schemeClr val="bg1"/>
                </a:solidFill>
              </a:defRPr>
            </a:lvl3pPr>
            <a:lvl4pPr marL="1371600" indent="0">
              <a:buNone/>
              <a:defRPr sz="1800" i="1">
                <a:solidFill>
                  <a:schemeClr val="bg1"/>
                </a:solidFill>
              </a:defRPr>
            </a:lvl4pPr>
            <a:lvl5pPr marL="1828800" indent="0">
              <a:buNone/>
              <a:defRPr sz="1800" i="1">
                <a:solidFill>
                  <a:schemeClr val="bg1"/>
                </a:solidFill>
              </a:defRPr>
            </a:lvl5pPr>
          </a:lstStyle>
          <a:p>
            <a:pPr lvl="0"/>
            <a:r>
              <a:rPr lang="nb-NO" noProof="0" dirty="0"/>
              <a:t>Her kommer en utdypning eller undertittel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054464" y="4208016"/>
            <a:ext cx="6012000" cy="1454784"/>
          </a:xfrm>
        </p:spPr>
        <p:txBody>
          <a:bodyPr lIns="0" anchor="b">
            <a:normAutofit/>
          </a:bodyPr>
          <a:lstStyle>
            <a:lvl1pPr marL="0" indent="0" algn="l">
              <a:buNone/>
              <a:defRPr sz="1400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b-NO" noProof="0" dirty="0"/>
              <a:t>Forfatters Navn og Etternavn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3" hasCustomPrompt="1"/>
          </p:nvPr>
        </p:nvSpPr>
        <p:spPr>
          <a:xfrm>
            <a:off x="1054464" y="5674992"/>
            <a:ext cx="6012000" cy="746878"/>
          </a:xfrm>
        </p:spPr>
        <p:txBody>
          <a:bodyPr lIns="0" tIns="0">
            <a:noAutofit/>
          </a:bodyPr>
          <a:lstStyle>
            <a:lvl1pPr marL="0" indent="0">
              <a:buNone/>
              <a:defRPr sz="1200" i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700" i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914400" indent="0">
              <a:buNone/>
              <a:defRPr sz="1700" i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371600" indent="0">
              <a:buNone/>
              <a:defRPr sz="1700" i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828800" indent="0">
              <a:buNone/>
              <a:defRPr sz="1700" i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nb-NO" noProof="0" dirty="0"/>
              <a:t>Eventuelle adresser</a:t>
            </a:r>
          </a:p>
        </p:txBody>
      </p:sp>
      <p:sp>
        <p:nvSpPr>
          <p:cNvPr id="9" name="Picture Placeholder 8"/>
          <p:cNvSpPr>
            <a:spLocks noGrp="1"/>
          </p:cNvSpPr>
          <p:nvPr>
            <p:ph type="pic" sz="quarter" idx="14" hasCustomPrompt="1"/>
          </p:nvPr>
        </p:nvSpPr>
        <p:spPr>
          <a:xfrm>
            <a:off x="7448550" y="0"/>
            <a:ext cx="4743450" cy="6858000"/>
          </a:xfrm>
          <a:custGeom>
            <a:avLst/>
            <a:gdLst>
              <a:gd name="connsiteX0" fmla="*/ 0 w 4743450"/>
              <a:gd name="connsiteY0" fmla="*/ 6858000 h 6858000"/>
              <a:gd name="connsiteX1" fmla="*/ 1185863 w 4743450"/>
              <a:gd name="connsiteY1" fmla="*/ 0 h 6858000"/>
              <a:gd name="connsiteX2" fmla="*/ 4743450 w 4743450"/>
              <a:gd name="connsiteY2" fmla="*/ 0 h 6858000"/>
              <a:gd name="connsiteX3" fmla="*/ 3557588 w 4743450"/>
              <a:gd name="connsiteY3" fmla="*/ 6858000 h 6858000"/>
              <a:gd name="connsiteX4" fmla="*/ 0 w 4743450"/>
              <a:gd name="connsiteY4" fmla="*/ 6858000 h 6858000"/>
              <a:gd name="connsiteX0" fmla="*/ 0 w 4743450"/>
              <a:gd name="connsiteY0" fmla="*/ 6858000 h 6858000"/>
              <a:gd name="connsiteX1" fmla="*/ 1185863 w 4743450"/>
              <a:gd name="connsiteY1" fmla="*/ 0 h 6858000"/>
              <a:gd name="connsiteX2" fmla="*/ 4743450 w 4743450"/>
              <a:gd name="connsiteY2" fmla="*/ 0 h 6858000"/>
              <a:gd name="connsiteX3" fmla="*/ 4740212 w 4743450"/>
              <a:gd name="connsiteY3" fmla="*/ 6851904 h 6858000"/>
              <a:gd name="connsiteX4" fmla="*/ 0 w 4743450"/>
              <a:gd name="connsiteY4" fmla="*/ 6858000 h 6858000"/>
              <a:gd name="connsiteX0" fmla="*/ 0 w 4743450"/>
              <a:gd name="connsiteY0" fmla="*/ 6858000 h 6858000"/>
              <a:gd name="connsiteX1" fmla="*/ 2825687 w 4743450"/>
              <a:gd name="connsiteY1" fmla="*/ 0 h 6858000"/>
              <a:gd name="connsiteX2" fmla="*/ 4743450 w 4743450"/>
              <a:gd name="connsiteY2" fmla="*/ 0 h 6858000"/>
              <a:gd name="connsiteX3" fmla="*/ 4740212 w 4743450"/>
              <a:gd name="connsiteY3" fmla="*/ 6851904 h 6858000"/>
              <a:gd name="connsiteX4" fmla="*/ 0 w 4743450"/>
              <a:gd name="connsiteY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743450" h="6858000">
                <a:moveTo>
                  <a:pt x="0" y="6858000"/>
                </a:moveTo>
                <a:lnTo>
                  <a:pt x="2825687" y="0"/>
                </a:lnTo>
                <a:lnTo>
                  <a:pt x="4743450" y="0"/>
                </a:lnTo>
                <a:cubicBezTo>
                  <a:pt x="4742371" y="2283968"/>
                  <a:pt x="4741291" y="4567936"/>
                  <a:pt x="4740212" y="6851904"/>
                </a:cubicBezTo>
                <a:lnTo>
                  <a:pt x="0" y="6858000"/>
                </a:lnTo>
                <a:close/>
              </a:path>
            </a:pathLst>
          </a:custGeom>
        </p:spPr>
        <p:txBody>
          <a:bodyPr/>
          <a:lstStyle>
            <a:lvl1pPr marL="0" indent="0">
              <a:buNone/>
              <a:defRPr baseline="0">
                <a:solidFill>
                  <a:schemeClr val="bg1"/>
                </a:solidFill>
              </a:defRPr>
            </a:lvl1pPr>
          </a:lstStyle>
          <a:p>
            <a:r>
              <a:rPr lang="nb-NO" dirty="0"/>
              <a:t>Klikk på bildeikon hvis du vil legge til bilde</a:t>
            </a:r>
          </a:p>
        </p:txBody>
      </p:sp>
    </p:spTree>
    <p:extLst>
      <p:ext uri="{BB962C8B-B14F-4D97-AF65-F5344CB8AC3E}">
        <p14:creationId xmlns:p14="http://schemas.microsoft.com/office/powerpoint/2010/main" val="6158972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tel og innho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nb-NO" dirty="0"/>
              <a:t>Klikk for å legge til en tittel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nb-NO" noProof="0" dirty="0"/>
              <a:t>Klikk for å legge til tekst</a:t>
            </a:r>
          </a:p>
          <a:p>
            <a:pPr lvl="1"/>
            <a:r>
              <a:rPr lang="nb-NO" noProof="0" dirty="0"/>
              <a:t>Andre nivå</a:t>
            </a:r>
          </a:p>
          <a:p>
            <a:pPr lvl="2"/>
            <a:r>
              <a:rPr lang="nb-NO" noProof="0" dirty="0"/>
              <a:t>Tredje nivå</a:t>
            </a:r>
          </a:p>
          <a:p>
            <a:pPr lvl="3"/>
            <a:r>
              <a:rPr lang="nb-NO" noProof="0" dirty="0"/>
              <a:t>Fjerde nivå</a:t>
            </a:r>
          </a:p>
          <a:p>
            <a:pPr lvl="4"/>
            <a:r>
              <a:rPr lang="nb-NO" noProof="0" dirty="0"/>
              <a:t>Femte nivå</a:t>
            </a:r>
          </a:p>
        </p:txBody>
      </p:sp>
    </p:spTree>
    <p:extLst>
      <p:ext uri="{BB962C8B-B14F-4D97-AF65-F5344CB8AC3E}">
        <p14:creationId xmlns:p14="http://schemas.microsoft.com/office/powerpoint/2010/main" val="1967770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o innholdsdel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nb-NO" dirty="0"/>
              <a:t>Klikk for å legge til en tittel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nb-NO" noProof="0" dirty="0"/>
              <a:t>Klikk for å legge til tekst</a:t>
            </a:r>
          </a:p>
          <a:p>
            <a:pPr lvl="1"/>
            <a:r>
              <a:rPr lang="nb-NO" noProof="0" dirty="0"/>
              <a:t>Andre nivå</a:t>
            </a:r>
          </a:p>
          <a:p>
            <a:pPr lvl="2"/>
            <a:r>
              <a:rPr lang="nb-NO" noProof="0" dirty="0"/>
              <a:t>Tredje nivå</a:t>
            </a:r>
          </a:p>
          <a:p>
            <a:pPr lvl="3"/>
            <a:r>
              <a:rPr lang="nb-NO" noProof="0" dirty="0"/>
              <a:t>Fjerde nivå</a:t>
            </a:r>
          </a:p>
          <a:p>
            <a:pPr lvl="4"/>
            <a:r>
              <a:rPr lang="nb-NO" noProof="0" dirty="0"/>
              <a:t>Femte nivå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nb-NO" noProof="0" dirty="0"/>
              <a:t>Klikk for å legge til tekst</a:t>
            </a:r>
          </a:p>
          <a:p>
            <a:pPr lvl="1"/>
            <a:r>
              <a:rPr lang="nb-NO" noProof="0" dirty="0"/>
              <a:t>Andre nivå</a:t>
            </a:r>
          </a:p>
          <a:p>
            <a:pPr lvl="2"/>
            <a:r>
              <a:rPr lang="nb-NO" noProof="0" dirty="0"/>
              <a:t>Tredje nivå</a:t>
            </a:r>
          </a:p>
          <a:p>
            <a:pPr lvl="3"/>
            <a:r>
              <a:rPr lang="nb-NO" noProof="0" dirty="0"/>
              <a:t>Fjerde nivå</a:t>
            </a:r>
          </a:p>
          <a:p>
            <a:pPr lvl="4"/>
            <a:r>
              <a:rPr lang="nb-NO" noProof="0" dirty="0"/>
              <a:t>Femte nivå</a:t>
            </a:r>
          </a:p>
        </p:txBody>
      </p:sp>
    </p:spTree>
    <p:extLst>
      <p:ext uri="{BB962C8B-B14F-4D97-AF65-F5344CB8AC3E}">
        <p14:creationId xmlns:p14="http://schemas.microsoft.com/office/powerpoint/2010/main" val="20678761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Bare tit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nb-NO" dirty="0"/>
              <a:t>Klikk for å legge til en tittel</a:t>
            </a:r>
          </a:p>
        </p:txBody>
      </p:sp>
    </p:spTree>
    <p:extLst>
      <p:ext uri="{BB962C8B-B14F-4D97-AF65-F5344CB8AC3E}">
        <p14:creationId xmlns:p14="http://schemas.microsoft.com/office/powerpoint/2010/main" val="41876426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om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363459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tellysbil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8" name="Title 7"/>
          <p:cNvSpPr>
            <a:spLocks noGrp="1"/>
          </p:cNvSpPr>
          <p:nvPr>
            <p:ph type="title" hasCustomPrompt="1"/>
          </p:nvPr>
        </p:nvSpPr>
        <p:spPr>
          <a:xfrm>
            <a:off x="1054464" y="1118585"/>
            <a:ext cx="6012000" cy="1811813"/>
          </a:xfrm>
        </p:spPr>
        <p:txBody>
          <a:bodyPr lIns="0" anchor="b">
            <a:normAutofit/>
          </a:bodyPr>
          <a:lstStyle>
            <a:lvl1pPr>
              <a:defRPr sz="2400" baseline="0">
                <a:solidFill>
                  <a:schemeClr val="bg1"/>
                </a:solidFill>
              </a:defRPr>
            </a:lvl1pPr>
          </a:lstStyle>
          <a:p>
            <a:r>
              <a:rPr lang="nb-NO" noProof="0" dirty="0"/>
              <a:t>Tittel dokumentet settes her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quarter" idx="12" hasCustomPrompt="1"/>
          </p:nvPr>
        </p:nvSpPr>
        <p:spPr>
          <a:xfrm>
            <a:off x="1054464" y="2942591"/>
            <a:ext cx="6012000" cy="1126695"/>
          </a:xfrm>
        </p:spPr>
        <p:txBody>
          <a:bodyPr lIns="0">
            <a:noAutofit/>
          </a:bodyPr>
          <a:lstStyle>
            <a:lvl1pPr marL="0" indent="0">
              <a:buNone/>
              <a:defRPr sz="1800" i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800" i="1">
                <a:solidFill>
                  <a:schemeClr val="bg1"/>
                </a:solidFill>
              </a:defRPr>
            </a:lvl2pPr>
            <a:lvl3pPr marL="914400" indent="0">
              <a:buNone/>
              <a:defRPr sz="1800" i="1">
                <a:solidFill>
                  <a:schemeClr val="bg1"/>
                </a:solidFill>
              </a:defRPr>
            </a:lvl3pPr>
            <a:lvl4pPr marL="1371600" indent="0">
              <a:buNone/>
              <a:defRPr sz="1800" i="1">
                <a:solidFill>
                  <a:schemeClr val="bg1"/>
                </a:solidFill>
              </a:defRPr>
            </a:lvl4pPr>
            <a:lvl5pPr marL="1828800" indent="0">
              <a:buNone/>
              <a:defRPr sz="1800" i="1">
                <a:solidFill>
                  <a:schemeClr val="bg1"/>
                </a:solidFill>
              </a:defRPr>
            </a:lvl5pPr>
          </a:lstStyle>
          <a:p>
            <a:pPr lvl="0"/>
            <a:r>
              <a:rPr lang="nb-NO" noProof="0" dirty="0"/>
              <a:t>Her kommer en utdypning eller undertittel</a:t>
            </a:r>
          </a:p>
        </p:txBody>
      </p:sp>
      <p:sp>
        <p:nvSpPr>
          <p:cNvPr id="17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054464" y="4208016"/>
            <a:ext cx="6012000" cy="1454784"/>
          </a:xfrm>
        </p:spPr>
        <p:txBody>
          <a:bodyPr lIns="0" anchor="b">
            <a:normAutofit/>
          </a:bodyPr>
          <a:lstStyle>
            <a:lvl1pPr marL="0" indent="0" algn="l">
              <a:buNone/>
              <a:defRPr sz="1400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b-NO" noProof="0" dirty="0"/>
              <a:t>Forfatters Navn og Etternavn</a:t>
            </a:r>
          </a:p>
        </p:txBody>
      </p:sp>
      <p:sp>
        <p:nvSpPr>
          <p:cNvPr id="20" name="Text Placeholder 5"/>
          <p:cNvSpPr>
            <a:spLocks noGrp="1"/>
          </p:cNvSpPr>
          <p:nvPr>
            <p:ph type="body" sz="quarter" idx="13" hasCustomPrompt="1"/>
          </p:nvPr>
        </p:nvSpPr>
        <p:spPr>
          <a:xfrm>
            <a:off x="1054464" y="5674992"/>
            <a:ext cx="6012000" cy="746878"/>
          </a:xfrm>
        </p:spPr>
        <p:txBody>
          <a:bodyPr lIns="0" tIns="0">
            <a:noAutofit/>
          </a:bodyPr>
          <a:lstStyle>
            <a:lvl1pPr marL="0" indent="0">
              <a:buNone/>
              <a:defRPr sz="1200" i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700" i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914400" indent="0">
              <a:buNone/>
              <a:defRPr sz="1700" i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371600" indent="0">
              <a:buNone/>
              <a:defRPr sz="1700" i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828800" indent="0">
              <a:buNone/>
              <a:defRPr sz="1700" i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nb-NO" noProof="0" dirty="0"/>
              <a:t>Eventuelle adresser</a:t>
            </a:r>
          </a:p>
        </p:txBody>
      </p:sp>
      <p:sp>
        <p:nvSpPr>
          <p:cNvPr id="21" name="Picture Placeholder 8"/>
          <p:cNvSpPr>
            <a:spLocks noGrp="1"/>
          </p:cNvSpPr>
          <p:nvPr>
            <p:ph type="pic" sz="quarter" idx="14" hasCustomPrompt="1"/>
          </p:nvPr>
        </p:nvSpPr>
        <p:spPr>
          <a:xfrm>
            <a:off x="7448550" y="0"/>
            <a:ext cx="4743450" cy="6858000"/>
          </a:xfrm>
          <a:custGeom>
            <a:avLst/>
            <a:gdLst>
              <a:gd name="connsiteX0" fmla="*/ 0 w 4743450"/>
              <a:gd name="connsiteY0" fmla="*/ 6858000 h 6858000"/>
              <a:gd name="connsiteX1" fmla="*/ 1185863 w 4743450"/>
              <a:gd name="connsiteY1" fmla="*/ 0 h 6858000"/>
              <a:gd name="connsiteX2" fmla="*/ 4743450 w 4743450"/>
              <a:gd name="connsiteY2" fmla="*/ 0 h 6858000"/>
              <a:gd name="connsiteX3" fmla="*/ 3557588 w 4743450"/>
              <a:gd name="connsiteY3" fmla="*/ 6858000 h 6858000"/>
              <a:gd name="connsiteX4" fmla="*/ 0 w 4743450"/>
              <a:gd name="connsiteY4" fmla="*/ 6858000 h 6858000"/>
              <a:gd name="connsiteX0" fmla="*/ 0 w 4743450"/>
              <a:gd name="connsiteY0" fmla="*/ 6858000 h 6858000"/>
              <a:gd name="connsiteX1" fmla="*/ 1185863 w 4743450"/>
              <a:gd name="connsiteY1" fmla="*/ 0 h 6858000"/>
              <a:gd name="connsiteX2" fmla="*/ 4743450 w 4743450"/>
              <a:gd name="connsiteY2" fmla="*/ 0 h 6858000"/>
              <a:gd name="connsiteX3" fmla="*/ 4740212 w 4743450"/>
              <a:gd name="connsiteY3" fmla="*/ 6851904 h 6858000"/>
              <a:gd name="connsiteX4" fmla="*/ 0 w 4743450"/>
              <a:gd name="connsiteY4" fmla="*/ 6858000 h 6858000"/>
              <a:gd name="connsiteX0" fmla="*/ 0 w 4743450"/>
              <a:gd name="connsiteY0" fmla="*/ 6858000 h 6858000"/>
              <a:gd name="connsiteX1" fmla="*/ 2825687 w 4743450"/>
              <a:gd name="connsiteY1" fmla="*/ 0 h 6858000"/>
              <a:gd name="connsiteX2" fmla="*/ 4743450 w 4743450"/>
              <a:gd name="connsiteY2" fmla="*/ 0 h 6858000"/>
              <a:gd name="connsiteX3" fmla="*/ 4740212 w 4743450"/>
              <a:gd name="connsiteY3" fmla="*/ 6851904 h 6858000"/>
              <a:gd name="connsiteX4" fmla="*/ 0 w 4743450"/>
              <a:gd name="connsiteY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743450" h="6858000">
                <a:moveTo>
                  <a:pt x="0" y="6858000"/>
                </a:moveTo>
                <a:lnTo>
                  <a:pt x="2825687" y="0"/>
                </a:lnTo>
                <a:lnTo>
                  <a:pt x="4743450" y="0"/>
                </a:lnTo>
                <a:cubicBezTo>
                  <a:pt x="4742371" y="2283968"/>
                  <a:pt x="4741291" y="4567936"/>
                  <a:pt x="4740212" y="6851904"/>
                </a:cubicBezTo>
                <a:lnTo>
                  <a:pt x="0" y="6858000"/>
                </a:lnTo>
                <a:close/>
              </a:path>
            </a:pathLst>
          </a:custGeom>
        </p:spPr>
        <p:txBody>
          <a:bodyPr/>
          <a:lstStyle>
            <a:lvl1pPr marL="0" indent="0">
              <a:buNone/>
              <a:defRPr baseline="0">
                <a:solidFill>
                  <a:schemeClr val="bg1"/>
                </a:solidFill>
              </a:defRPr>
            </a:lvl1pPr>
          </a:lstStyle>
          <a:p>
            <a:r>
              <a:rPr lang="nb-NO" dirty="0"/>
              <a:t>Klikk på bildeikon hvis du vil legge til bilde</a:t>
            </a:r>
          </a:p>
        </p:txBody>
      </p:sp>
    </p:spTree>
    <p:extLst>
      <p:ext uri="{BB962C8B-B14F-4D97-AF65-F5344CB8AC3E}">
        <p14:creationId xmlns:p14="http://schemas.microsoft.com/office/powerpoint/2010/main" val="22678224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tel og innho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nb-NO" dirty="0"/>
              <a:t>Klikk for å legge til en tittel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nb-NO" noProof="0" dirty="0"/>
              <a:t>Klikk for å legge til tekst</a:t>
            </a:r>
          </a:p>
          <a:p>
            <a:pPr lvl="1"/>
            <a:r>
              <a:rPr lang="nb-NO" noProof="0" dirty="0"/>
              <a:t>Andre nivå</a:t>
            </a:r>
          </a:p>
          <a:p>
            <a:pPr lvl="2"/>
            <a:r>
              <a:rPr lang="nb-NO" noProof="0" dirty="0"/>
              <a:t>Tredje nivå</a:t>
            </a:r>
          </a:p>
          <a:p>
            <a:pPr lvl="3"/>
            <a:r>
              <a:rPr lang="nb-NO" noProof="0" dirty="0"/>
              <a:t>Fjerde nivå</a:t>
            </a:r>
          </a:p>
          <a:p>
            <a:pPr lvl="4"/>
            <a:r>
              <a:rPr lang="nb-NO" noProof="0" dirty="0"/>
              <a:t>Femte nivå</a:t>
            </a:r>
          </a:p>
        </p:txBody>
      </p:sp>
    </p:spTree>
    <p:extLst>
      <p:ext uri="{BB962C8B-B14F-4D97-AF65-F5344CB8AC3E}">
        <p14:creationId xmlns:p14="http://schemas.microsoft.com/office/powerpoint/2010/main" val="89504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o innholdsdel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nb-NO" dirty="0"/>
              <a:t>Klikk for å legge til en tittel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nb-NO" noProof="0" dirty="0"/>
              <a:t>Klikk for å legge til tekst</a:t>
            </a:r>
          </a:p>
          <a:p>
            <a:pPr lvl="1"/>
            <a:r>
              <a:rPr lang="nb-NO" noProof="0" dirty="0"/>
              <a:t>Andre nivå</a:t>
            </a:r>
          </a:p>
          <a:p>
            <a:pPr lvl="2"/>
            <a:r>
              <a:rPr lang="nb-NO" noProof="0" dirty="0"/>
              <a:t>Tredje nivå</a:t>
            </a:r>
          </a:p>
          <a:p>
            <a:pPr lvl="3"/>
            <a:r>
              <a:rPr lang="nb-NO" noProof="0" dirty="0"/>
              <a:t>Fjerde nivå</a:t>
            </a:r>
          </a:p>
          <a:p>
            <a:pPr lvl="4"/>
            <a:r>
              <a:rPr lang="nb-NO" noProof="0" dirty="0"/>
              <a:t>Femte nivå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nb-NO" noProof="0" dirty="0"/>
              <a:t>Klikk for å legge til tekst</a:t>
            </a:r>
          </a:p>
          <a:p>
            <a:pPr lvl="1"/>
            <a:r>
              <a:rPr lang="nb-NO" noProof="0" dirty="0"/>
              <a:t>Andre nivå</a:t>
            </a:r>
          </a:p>
          <a:p>
            <a:pPr lvl="2"/>
            <a:r>
              <a:rPr lang="nb-NO" noProof="0" dirty="0"/>
              <a:t>Tredje nivå</a:t>
            </a:r>
          </a:p>
          <a:p>
            <a:pPr lvl="3"/>
            <a:r>
              <a:rPr lang="nb-NO" noProof="0" dirty="0"/>
              <a:t>Fjerde nivå</a:t>
            </a:r>
          </a:p>
          <a:p>
            <a:pPr lvl="4"/>
            <a:r>
              <a:rPr lang="nb-NO" noProof="0" dirty="0"/>
              <a:t>Femte nivå</a:t>
            </a:r>
          </a:p>
        </p:txBody>
      </p:sp>
    </p:spTree>
    <p:extLst>
      <p:ext uri="{BB962C8B-B14F-4D97-AF65-F5344CB8AC3E}">
        <p14:creationId xmlns:p14="http://schemas.microsoft.com/office/powerpoint/2010/main" val="27618199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Bare tit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nb-NO" dirty="0"/>
              <a:t>Klikk for å legge til en tittel</a:t>
            </a:r>
          </a:p>
        </p:txBody>
      </p:sp>
    </p:spTree>
    <p:extLst>
      <p:ext uri="{BB962C8B-B14F-4D97-AF65-F5344CB8AC3E}">
        <p14:creationId xmlns:p14="http://schemas.microsoft.com/office/powerpoint/2010/main" val="10752648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om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019052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tellysbil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4" name="Title 7"/>
          <p:cNvSpPr>
            <a:spLocks noGrp="1"/>
          </p:cNvSpPr>
          <p:nvPr>
            <p:ph type="title" hasCustomPrompt="1"/>
          </p:nvPr>
        </p:nvSpPr>
        <p:spPr>
          <a:xfrm>
            <a:off x="1054464" y="1118585"/>
            <a:ext cx="6012000" cy="1811813"/>
          </a:xfrm>
        </p:spPr>
        <p:txBody>
          <a:bodyPr lIns="0" anchor="b">
            <a:normAutofit/>
          </a:bodyPr>
          <a:lstStyle>
            <a:lvl1pPr>
              <a:defRPr sz="2400" baseline="0">
                <a:solidFill>
                  <a:schemeClr val="bg1"/>
                </a:solidFill>
              </a:defRPr>
            </a:lvl1pPr>
          </a:lstStyle>
          <a:p>
            <a:r>
              <a:rPr lang="nb-NO" noProof="0" dirty="0"/>
              <a:t>Tittel dokumentet settes her</a:t>
            </a:r>
          </a:p>
        </p:txBody>
      </p:sp>
      <p:sp>
        <p:nvSpPr>
          <p:cNvPr id="25" name="Text Placeholder 3"/>
          <p:cNvSpPr>
            <a:spLocks noGrp="1"/>
          </p:cNvSpPr>
          <p:nvPr>
            <p:ph type="body" sz="quarter" idx="12" hasCustomPrompt="1"/>
          </p:nvPr>
        </p:nvSpPr>
        <p:spPr>
          <a:xfrm>
            <a:off x="1054464" y="2942591"/>
            <a:ext cx="6012000" cy="1126695"/>
          </a:xfrm>
        </p:spPr>
        <p:txBody>
          <a:bodyPr lIns="0">
            <a:noAutofit/>
          </a:bodyPr>
          <a:lstStyle>
            <a:lvl1pPr marL="0" indent="0">
              <a:buNone/>
              <a:defRPr sz="1800" i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800" i="1">
                <a:solidFill>
                  <a:schemeClr val="bg1"/>
                </a:solidFill>
              </a:defRPr>
            </a:lvl2pPr>
            <a:lvl3pPr marL="914400" indent="0">
              <a:buNone/>
              <a:defRPr sz="1800" i="1">
                <a:solidFill>
                  <a:schemeClr val="bg1"/>
                </a:solidFill>
              </a:defRPr>
            </a:lvl3pPr>
            <a:lvl4pPr marL="1371600" indent="0">
              <a:buNone/>
              <a:defRPr sz="1800" i="1">
                <a:solidFill>
                  <a:schemeClr val="bg1"/>
                </a:solidFill>
              </a:defRPr>
            </a:lvl4pPr>
            <a:lvl5pPr marL="1828800" indent="0">
              <a:buNone/>
              <a:defRPr sz="1800" i="1">
                <a:solidFill>
                  <a:schemeClr val="bg1"/>
                </a:solidFill>
              </a:defRPr>
            </a:lvl5pPr>
          </a:lstStyle>
          <a:p>
            <a:pPr lvl="0"/>
            <a:r>
              <a:rPr lang="nb-NO" noProof="0" dirty="0"/>
              <a:t>Her kommer en utdypning eller undertittel</a:t>
            </a:r>
          </a:p>
        </p:txBody>
      </p:sp>
      <p:sp>
        <p:nvSpPr>
          <p:cNvPr id="2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054464" y="4208016"/>
            <a:ext cx="6012000" cy="1454784"/>
          </a:xfrm>
        </p:spPr>
        <p:txBody>
          <a:bodyPr lIns="0" anchor="b">
            <a:normAutofit/>
          </a:bodyPr>
          <a:lstStyle>
            <a:lvl1pPr marL="0" indent="0" algn="l">
              <a:buNone/>
              <a:defRPr sz="1400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b-NO" noProof="0" dirty="0"/>
              <a:t>Forfatters Navn og Etternavn</a:t>
            </a:r>
          </a:p>
        </p:txBody>
      </p:sp>
      <p:sp>
        <p:nvSpPr>
          <p:cNvPr id="26" name="Text Placeholder 5"/>
          <p:cNvSpPr>
            <a:spLocks noGrp="1"/>
          </p:cNvSpPr>
          <p:nvPr>
            <p:ph type="body" sz="quarter" idx="13" hasCustomPrompt="1"/>
          </p:nvPr>
        </p:nvSpPr>
        <p:spPr>
          <a:xfrm>
            <a:off x="1054464" y="5674992"/>
            <a:ext cx="6012000" cy="746878"/>
          </a:xfrm>
        </p:spPr>
        <p:txBody>
          <a:bodyPr lIns="0" tIns="0">
            <a:noAutofit/>
          </a:bodyPr>
          <a:lstStyle>
            <a:lvl1pPr marL="0" indent="0">
              <a:buNone/>
              <a:defRPr sz="1200" i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700" i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914400" indent="0">
              <a:buNone/>
              <a:defRPr sz="1700" i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371600" indent="0">
              <a:buNone/>
              <a:defRPr sz="1700" i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828800" indent="0">
              <a:buNone/>
              <a:defRPr sz="1700" i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nb-NO" noProof="0" dirty="0"/>
              <a:t>Eventuelle adresser</a:t>
            </a:r>
          </a:p>
        </p:txBody>
      </p:sp>
      <p:sp>
        <p:nvSpPr>
          <p:cNvPr id="27" name="Picture Placeholder 8"/>
          <p:cNvSpPr>
            <a:spLocks noGrp="1"/>
          </p:cNvSpPr>
          <p:nvPr>
            <p:ph type="pic" sz="quarter" idx="14" hasCustomPrompt="1"/>
          </p:nvPr>
        </p:nvSpPr>
        <p:spPr>
          <a:xfrm>
            <a:off x="7448550" y="0"/>
            <a:ext cx="4743450" cy="6858000"/>
          </a:xfrm>
          <a:custGeom>
            <a:avLst/>
            <a:gdLst>
              <a:gd name="connsiteX0" fmla="*/ 0 w 4743450"/>
              <a:gd name="connsiteY0" fmla="*/ 6858000 h 6858000"/>
              <a:gd name="connsiteX1" fmla="*/ 1185863 w 4743450"/>
              <a:gd name="connsiteY1" fmla="*/ 0 h 6858000"/>
              <a:gd name="connsiteX2" fmla="*/ 4743450 w 4743450"/>
              <a:gd name="connsiteY2" fmla="*/ 0 h 6858000"/>
              <a:gd name="connsiteX3" fmla="*/ 3557588 w 4743450"/>
              <a:gd name="connsiteY3" fmla="*/ 6858000 h 6858000"/>
              <a:gd name="connsiteX4" fmla="*/ 0 w 4743450"/>
              <a:gd name="connsiteY4" fmla="*/ 6858000 h 6858000"/>
              <a:gd name="connsiteX0" fmla="*/ 0 w 4743450"/>
              <a:gd name="connsiteY0" fmla="*/ 6858000 h 6858000"/>
              <a:gd name="connsiteX1" fmla="*/ 1185863 w 4743450"/>
              <a:gd name="connsiteY1" fmla="*/ 0 h 6858000"/>
              <a:gd name="connsiteX2" fmla="*/ 4743450 w 4743450"/>
              <a:gd name="connsiteY2" fmla="*/ 0 h 6858000"/>
              <a:gd name="connsiteX3" fmla="*/ 4740212 w 4743450"/>
              <a:gd name="connsiteY3" fmla="*/ 6851904 h 6858000"/>
              <a:gd name="connsiteX4" fmla="*/ 0 w 4743450"/>
              <a:gd name="connsiteY4" fmla="*/ 6858000 h 6858000"/>
              <a:gd name="connsiteX0" fmla="*/ 0 w 4743450"/>
              <a:gd name="connsiteY0" fmla="*/ 6858000 h 6858000"/>
              <a:gd name="connsiteX1" fmla="*/ 2825687 w 4743450"/>
              <a:gd name="connsiteY1" fmla="*/ 0 h 6858000"/>
              <a:gd name="connsiteX2" fmla="*/ 4743450 w 4743450"/>
              <a:gd name="connsiteY2" fmla="*/ 0 h 6858000"/>
              <a:gd name="connsiteX3" fmla="*/ 4740212 w 4743450"/>
              <a:gd name="connsiteY3" fmla="*/ 6851904 h 6858000"/>
              <a:gd name="connsiteX4" fmla="*/ 0 w 4743450"/>
              <a:gd name="connsiteY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743450" h="6858000">
                <a:moveTo>
                  <a:pt x="0" y="6858000"/>
                </a:moveTo>
                <a:lnTo>
                  <a:pt x="2825687" y="0"/>
                </a:lnTo>
                <a:lnTo>
                  <a:pt x="4743450" y="0"/>
                </a:lnTo>
                <a:cubicBezTo>
                  <a:pt x="4742371" y="2283968"/>
                  <a:pt x="4741291" y="4567936"/>
                  <a:pt x="4740212" y="6851904"/>
                </a:cubicBezTo>
                <a:lnTo>
                  <a:pt x="0" y="6858000"/>
                </a:lnTo>
                <a:close/>
              </a:path>
            </a:pathLst>
          </a:custGeom>
        </p:spPr>
        <p:txBody>
          <a:bodyPr/>
          <a:lstStyle>
            <a:lvl1pPr marL="0" indent="0">
              <a:buNone/>
              <a:defRPr baseline="0">
                <a:solidFill>
                  <a:schemeClr val="bg1"/>
                </a:solidFill>
              </a:defRPr>
            </a:lvl1pPr>
          </a:lstStyle>
          <a:p>
            <a:r>
              <a:rPr lang="nb-NO" dirty="0"/>
              <a:t>Klikk på bildeikon hvis du vil legge til bilde</a:t>
            </a:r>
          </a:p>
        </p:txBody>
      </p:sp>
    </p:spTree>
    <p:extLst>
      <p:ext uri="{BB962C8B-B14F-4D97-AF65-F5344CB8AC3E}">
        <p14:creationId xmlns:p14="http://schemas.microsoft.com/office/powerpoint/2010/main" val="133468061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tel og innho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nb-NO" dirty="0"/>
              <a:t>Klikk for å legge til en tittel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nb-NO" noProof="0" dirty="0"/>
              <a:t>Klikk for å legge til tekst</a:t>
            </a:r>
          </a:p>
          <a:p>
            <a:pPr lvl="1"/>
            <a:r>
              <a:rPr lang="nb-NO" noProof="0" dirty="0"/>
              <a:t>Andre nivå</a:t>
            </a:r>
          </a:p>
          <a:p>
            <a:pPr lvl="2"/>
            <a:r>
              <a:rPr lang="nb-NO" noProof="0" dirty="0"/>
              <a:t>Tredje nivå</a:t>
            </a:r>
          </a:p>
          <a:p>
            <a:pPr lvl="3"/>
            <a:r>
              <a:rPr lang="nb-NO" noProof="0" dirty="0"/>
              <a:t>Fjerde nivå</a:t>
            </a:r>
          </a:p>
          <a:p>
            <a:pPr lvl="4"/>
            <a:r>
              <a:rPr lang="nb-NO" noProof="0" dirty="0"/>
              <a:t>Femte nivå</a:t>
            </a:r>
          </a:p>
        </p:txBody>
      </p:sp>
    </p:spTree>
    <p:extLst>
      <p:ext uri="{BB962C8B-B14F-4D97-AF65-F5344CB8AC3E}">
        <p14:creationId xmlns:p14="http://schemas.microsoft.com/office/powerpoint/2010/main" val="408140592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o innholdsdel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nb-NO" dirty="0"/>
              <a:t>Klikk for å legge til en tittel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nb-NO" noProof="0" dirty="0"/>
              <a:t>Klikk for å legge til tekst</a:t>
            </a:r>
          </a:p>
          <a:p>
            <a:pPr lvl="1"/>
            <a:r>
              <a:rPr lang="nb-NO" noProof="0" dirty="0"/>
              <a:t>Andre nivå</a:t>
            </a:r>
          </a:p>
          <a:p>
            <a:pPr lvl="2"/>
            <a:r>
              <a:rPr lang="nb-NO" noProof="0" dirty="0"/>
              <a:t>Tredje nivå</a:t>
            </a:r>
          </a:p>
          <a:p>
            <a:pPr lvl="3"/>
            <a:r>
              <a:rPr lang="nb-NO" noProof="0" dirty="0"/>
              <a:t>Fjerde nivå</a:t>
            </a:r>
          </a:p>
          <a:p>
            <a:pPr lvl="4"/>
            <a:r>
              <a:rPr lang="nb-NO" noProof="0" dirty="0"/>
              <a:t>Femte nivå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nb-NO" noProof="0" dirty="0"/>
              <a:t>Klikk for å legge til tekst</a:t>
            </a:r>
          </a:p>
          <a:p>
            <a:pPr lvl="1"/>
            <a:r>
              <a:rPr lang="nb-NO" noProof="0" dirty="0"/>
              <a:t>Andre nivå</a:t>
            </a:r>
          </a:p>
          <a:p>
            <a:pPr lvl="2"/>
            <a:r>
              <a:rPr lang="nb-NO" noProof="0" dirty="0"/>
              <a:t>Tredje nivå</a:t>
            </a:r>
          </a:p>
          <a:p>
            <a:pPr lvl="3"/>
            <a:r>
              <a:rPr lang="nb-NO" noProof="0" dirty="0"/>
              <a:t>Fjerde nivå</a:t>
            </a:r>
          </a:p>
          <a:p>
            <a:pPr lvl="4"/>
            <a:r>
              <a:rPr lang="nb-NO" noProof="0" dirty="0"/>
              <a:t>Femte nivå</a:t>
            </a:r>
          </a:p>
        </p:txBody>
      </p:sp>
    </p:spTree>
    <p:extLst>
      <p:ext uri="{BB962C8B-B14F-4D97-AF65-F5344CB8AC3E}">
        <p14:creationId xmlns:p14="http://schemas.microsoft.com/office/powerpoint/2010/main" val="370908277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Bare tit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nb-NO" dirty="0"/>
              <a:t>Klikk for å legge til en tittel</a:t>
            </a:r>
          </a:p>
        </p:txBody>
      </p:sp>
    </p:spTree>
    <p:extLst>
      <p:ext uri="{BB962C8B-B14F-4D97-AF65-F5344CB8AC3E}">
        <p14:creationId xmlns:p14="http://schemas.microsoft.com/office/powerpoint/2010/main" val="427022494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om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7646400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tellysbil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8" name="Title 7"/>
          <p:cNvSpPr>
            <a:spLocks noGrp="1"/>
          </p:cNvSpPr>
          <p:nvPr>
            <p:ph type="title" hasCustomPrompt="1"/>
          </p:nvPr>
        </p:nvSpPr>
        <p:spPr>
          <a:xfrm>
            <a:off x="1054464" y="1118585"/>
            <a:ext cx="6012000" cy="1811813"/>
          </a:xfrm>
        </p:spPr>
        <p:txBody>
          <a:bodyPr lIns="0" anchor="b">
            <a:normAutofit/>
          </a:bodyPr>
          <a:lstStyle>
            <a:lvl1pPr>
              <a:defRPr sz="2400" baseline="0">
                <a:solidFill>
                  <a:schemeClr val="bg1"/>
                </a:solidFill>
              </a:defRPr>
            </a:lvl1pPr>
          </a:lstStyle>
          <a:p>
            <a:r>
              <a:rPr lang="nb-NO" noProof="0" dirty="0"/>
              <a:t>Tittel dokumentet settes her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quarter" idx="12" hasCustomPrompt="1"/>
          </p:nvPr>
        </p:nvSpPr>
        <p:spPr>
          <a:xfrm>
            <a:off x="1054464" y="2942591"/>
            <a:ext cx="6012000" cy="1126695"/>
          </a:xfrm>
        </p:spPr>
        <p:txBody>
          <a:bodyPr lIns="0">
            <a:noAutofit/>
          </a:bodyPr>
          <a:lstStyle>
            <a:lvl1pPr marL="0" indent="0">
              <a:buNone/>
              <a:defRPr sz="1800" i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800" i="1">
                <a:solidFill>
                  <a:schemeClr val="bg1"/>
                </a:solidFill>
              </a:defRPr>
            </a:lvl2pPr>
            <a:lvl3pPr marL="914400" indent="0">
              <a:buNone/>
              <a:defRPr sz="1800" i="1">
                <a:solidFill>
                  <a:schemeClr val="bg1"/>
                </a:solidFill>
              </a:defRPr>
            </a:lvl3pPr>
            <a:lvl4pPr marL="1371600" indent="0">
              <a:buNone/>
              <a:defRPr sz="1800" i="1">
                <a:solidFill>
                  <a:schemeClr val="bg1"/>
                </a:solidFill>
              </a:defRPr>
            </a:lvl4pPr>
            <a:lvl5pPr marL="1828800" indent="0">
              <a:buNone/>
              <a:defRPr sz="1800" i="1">
                <a:solidFill>
                  <a:schemeClr val="bg1"/>
                </a:solidFill>
              </a:defRPr>
            </a:lvl5pPr>
          </a:lstStyle>
          <a:p>
            <a:pPr lvl="0"/>
            <a:r>
              <a:rPr lang="nb-NO" noProof="0" dirty="0"/>
              <a:t>Her kommer en utdypning eller undertittel</a:t>
            </a:r>
          </a:p>
        </p:txBody>
      </p:sp>
      <p:sp>
        <p:nvSpPr>
          <p:cNvPr id="17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054464" y="4208016"/>
            <a:ext cx="6012000" cy="1454784"/>
          </a:xfrm>
        </p:spPr>
        <p:txBody>
          <a:bodyPr lIns="0" anchor="b">
            <a:normAutofit/>
          </a:bodyPr>
          <a:lstStyle>
            <a:lvl1pPr marL="0" indent="0" algn="l">
              <a:buNone/>
              <a:defRPr sz="1400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b-NO" noProof="0" dirty="0"/>
              <a:t>Forfatters Navn og Etternavn</a:t>
            </a:r>
          </a:p>
        </p:txBody>
      </p:sp>
      <p:sp>
        <p:nvSpPr>
          <p:cNvPr id="20" name="Text Placeholder 5"/>
          <p:cNvSpPr>
            <a:spLocks noGrp="1"/>
          </p:cNvSpPr>
          <p:nvPr>
            <p:ph type="body" sz="quarter" idx="13" hasCustomPrompt="1"/>
          </p:nvPr>
        </p:nvSpPr>
        <p:spPr>
          <a:xfrm>
            <a:off x="1054464" y="5674992"/>
            <a:ext cx="6012000" cy="746878"/>
          </a:xfrm>
        </p:spPr>
        <p:txBody>
          <a:bodyPr lIns="0" tIns="0">
            <a:noAutofit/>
          </a:bodyPr>
          <a:lstStyle>
            <a:lvl1pPr marL="0" indent="0">
              <a:buNone/>
              <a:defRPr sz="1200" i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700" i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914400" indent="0">
              <a:buNone/>
              <a:defRPr sz="1700" i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371600" indent="0">
              <a:buNone/>
              <a:defRPr sz="1700" i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828800" indent="0">
              <a:buNone/>
              <a:defRPr sz="1700" i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nb-NO" noProof="0" dirty="0"/>
              <a:t>Eventuelle adresser</a:t>
            </a:r>
          </a:p>
        </p:txBody>
      </p:sp>
      <p:sp>
        <p:nvSpPr>
          <p:cNvPr id="21" name="Picture Placeholder 8"/>
          <p:cNvSpPr>
            <a:spLocks noGrp="1"/>
          </p:cNvSpPr>
          <p:nvPr>
            <p:ph type="pic" sz="quarter" idx="14" hasCustomPrompt="1"/>
          </p:nvPr>
        </p:nvSpPr>
        <p:spPr>
          <a:xfrm>
            <a:off x="7448550" y="0"/>
            <a:ext cx="4743450" cy="6858000"/>
          </a:xfrm>
          <a:custGeom>
            <a:avLst/>
            <a:gdLst>
              <a:gd name="connsiteX0" fmla="*/ 0 w 4743450"/>
              <a:gd name="connsiteY0" fmla="*/ 6858000 h 6858000"/>
              <a:gd name="connsiteX1" fmla="*/ 1185863 w 4743450"/>
              <a:gd name="connsiteY1" fmla="*/ 0 h 6858000"/>
              <a:gd name="connsiteX2" fmla="*/ 4743450 w 4743450"/>
              <a:gd name="connsiteY2" fmla="*/ 0 h 6858000"/>
              <a:gd name="connsiteX3" fmla="*/ 3557588 w 4743450"/>
              <a:gd name="connsiteY3" fmla="*/ 6858000 h 6858000"/>
              <a:gd name="connsiteX4" fmla="*/ 0 w 4743450"/>
              <a:gd name="connsiteY4" fmla="*/ 6858000 h 6858000"/>
              <a:gd name="connsiteX0" fmla="*/ 0 w 4743450"/>
              <a:gd name="connsiteY0" fmla="*/ 6858000 h 6858000"/>
              <a:gd name="connsiteX1" fmla="*/ 1185863 w 4743450"/>
              <a:gd name="connsiteY1" fmla="*/ 0 h 6858000"/>
              <a:gd name="connsiteX2" fmla="*/ 4743450 w 4743450"/>
              <a:gd name="connsiteY2" fmla="*/ 0 h 6858000"/>
              <a:gd name="connsiteX3" fmla="*/ 4740212 w 4743450"/>
              <a:gd name="connsiteY3" fmla="*/ 6851904 h 6858000"/>
              <a:gd name="connsiteX4" fmla="*/ 0 w 4743450"/>
              <a:gd name="connsiteY4" fmla="*/ 6858000 h 6858000"/>
              <a:gd name="connsiteX0" fmla="*/ 0 w 4743450"/>
              <a:gd name="connsiteY0" fmla="*/ 6858000 h 6858000"/>
              <a:gd name="connsiteX1" fmla="*/ 2825687 w 4743450"/>
              <a:gd name="connsiteY1" fmla="*/ 0 h 6858000"/>
              <a:gd name="connsiteX2" fmla="*/ 4743450 w 4743450"/>
              <a:gd name="connsiteY2" fmla="*/ 0 h 6858000"/>
              <a:gd name="connsiteX3" fmla="*/ 4740212 w 4743450"/>
              <a:gd name="connsiteY3" fmla="*/ 6851904 h 6858000"/>
              <a:gd name="connsiteX4" fmla="*/ 0 w 4743450"/>
              <a:gd name="connsiteY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743450" h="6858000">
                <a:moveTo>
                  <a:pt x="0" y="6858000"/>
                </a:moveTo>
                <a:lnTo>
                  <a:pt x="2825687" y="0"/>
                </a:lnTo>
                <a:lnTo>
                  <a:pt x="4743450" y="0"/>
                </a:lnTo>
                <a:cubicBezTo>
                  <a:pt x="4742371" y="2283968"/>
                  <a:pt x="4741291" y="4567936"/>
                  <a:pt x="4740212" y="6851904"/>
                </a:cubicBezTo>
                <a:lnTo>
                  <a:pt x="0" y="6858000"/>
                </a:lnTo>
                <a:close/>
              </a:path>
            </a:pathLst>
          </a:custGeom>
        </p:spPr>
        <p:txBody>
          <a:bodyPr/>
          <a:lstStyle>
            <a:lvl1pPr marL="0" indent="0">
              <a:buNone/>
              <a:defRPr baseline="0">
                <a:solidFill>
                  <a:schemeClr val="bg1"/>
                </a:solidFill>
              </a:defRPr>
            </a:lvl1pPr>
          </a:lstStyle>
          <a:p>
            <a:r>
              <a:rPr lang="nb-NO" dirty="0"/>
              <a:t>Klikk på bildeikon hvis du vil legge til bilde</a:t>
            </a:r>
          </a:p>
        </p:txBody>
      </p:sp>
    </p:spTree>
    <p:extLst>
      <p:ext uri="{BB962C8B-B14F-4D97-AF65-F5344CB8AC3E}">
        <p14:creationId xmlns:p14="http://schemas.microsoft.com/office/powerpoint/2010/main" val="210853930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tel og innho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nb-NO" dirty="0"/>
              <a:t>Klikk for å legge til en tittel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nb-NO" noProof="0" dirty="0"/>
              <a:t>Klikk for å legge til tekst</a:t>
            </a:r>
          </a:p>
          <a:p>
            <a:pPr lvl="1"/>
            <a:r>
              <a:rPr lang="nb-NO" noProof="0" dirty="0"/>
              <a:t>Andre nivå</a:t>
            </a:r>
          </a:p>
          <a:p>
            <a:pPr lvl="2"/>
            <a:r>
              <a:rPr lang="nb-NO" noProof="0" dirty="0"/>
              <a:t>Tredje nivå</a:t>
            </a:r>
          </a:p>
          <a:p>
            <a:pPr lvl="3"/>
            <a:r>
              <a:rPr lang="nb-NO" noProof="0" dirty="0"/>
              <a:t>Fjerde nivå</a:t>
            </a:r>
          </a:p>
          <a:p>
            <a:pPr lvl="4"/>
            <a:r>
              <a:rPr lang="nb-NO" noProof="0" dirty="0"/>
              <a:t>Femte nivå</a:t>
            </a:r>
          </a:p>
        </p:txBody>
      </p:sp>
    </p:spTree>
    <p:extLst>
      <p:ext uri="{BB962C8B-B14F-4D97-AF65-F5344CB8AC3E}">
        <p14:creationId xmlns:p14="http://schemas.microsoft.com/office/powerpoint/2010/main" val="399554161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o innholdsdel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nb-NO" dirty="0"/>
              <a:t>Klikk for å legge til en tittel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nb-NO" noProof="0" dirty="0"/>
              <a:t>Klikk for å legge til tekst</a:t>
            </a:r>
          </a:p>
          <a:p>
            <a:pPr lvl="1"/>
            <a:r>
              <a:rPr lang="nb-NO" noProof="0" dirty="0"/>
              <a:t>Andre nivå</a:t>
            </a:r>
          </a:p>
          <a:p>
            <a:pPr lvl="2"/>
            <a:r>
              <a:rPr lang="nb-NO" noProof="0" dirty="0"/>
              <a:t>Tredje nivå</a:t>
            </a:r>
          </a:p>
          <a:p>
            <a:pPr lvl="3"/>
            <a:r>
              <a:rPr lang="nb-NO" noProof="0" dirty="0"/>
              <a:t>Fjerde nivå</a:t>
            </a:r>
          </a:p>
          <a:p>
            <a:pPr lvl="4"/>
            <a:r>
              <a:rPr lang="nb-NO" noProof="0" dirty="0"/>
              <a:t>Femte nivå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nb-NO" noProof="0" dirty="0"/>
              <a:t>Klikk for å legge til tekst</a:t>
            </a:r>
          </a:p>
          <a:p>
            <a:pPr lvl="1"/>
            <a:r>
              <a:rPr lang="nb-NO" noProof="0" dirty="0"/>
              <a:t>Andre nivå</a:t>
            </a:r>
          </a:p>
          <a:p>
            <a:pPr lvl="2"/>
            <a:r>
              <a:rPr lang="nb-NO" noProof="0" dirty="0"/>
              <a:t>Tredje nivå</a:t>
            </a:r>
          </a:p>
          <a:p>
            <a:pPr lvl="3"/>
            <a:r>
              <a:rPr lang="nb-NO" noProof="0" dirty="0"/>
              <a:t>Fjerde nivå</a:t>
            </a:r>
          </a:p>
          <a:p>
            <a:pPr lvl="4"/>
            <a:r>
              <a:rPr lang="nb-NO" noProof="0" dirty="0"/>
              <a:t>Femte nivå</a:t>
            </a:r>
          </a:p>
        </p:txBody>
      </p:sp>
    </p:spTree>
    <p:extLst>
      <p:ext uri="{BB962C8B-B14F-4D97-AF65-F5344CB8AC3E}">
        <p14:creationId xmlns:p14="http://schemas.microsoft.com/office/powerpoint/2010/main" val="188441610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Bare tit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nb-NO" dirty="0"/>
              <a:t>Klikk for å legge til en tittel</a:t>
            </a:r>
          </a:p>
        </p:txBody>
      </p:sp>
    </p:spTree>
    <p:extLst>
      <p:ext uri="{BB962C8B-B14F-4D97-AF65-F5344CB8AC3E}">
        <p14:creationId xmlns:p14="http://schemas.microsoft.com/office/powerpoint/2010/main" val="257349316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om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856648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6" Type="http://schemas.openxmlformats.org/officeDocument/2006/relationships/theme" Target="../theme/theme2.xml"/><Relationship Id="rId5" Type="http://schemas.openxmlformats.org/officeDocument/2006/relationships/slideLayout" Target="../slideLayouts/slideLayout10.xml"/><Relationship Id="rId4" Type="http://schemas.openxmlformats.org/officeDocument/2006/relationships/slideLayout" Target="../slideLayouts/slideLayout9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7" Type="http://schemas.openxmlformats.org/officeDocument/2006/relationships/image" Target="../media/image3.png"/><Relationship Id="rId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1.xml"/><Relationship Id="rId6" Type="http://schemas.openxmlformats.org/officeDocument/2006/relationships/theme" Target="../theme/theme3.xml"/><Relationship Id="rId5" Type="http://schemas.openxmlformats.org/officeDocument/2006/relationships/slideLayout" Target="../slideLayouts/slideLayout15.xml"/><Relationship Id="rId4" Type="http://schemas.openxmlformats.org/officeDocument/2006/relationships/slideLayout" Target="../slideLayouts/slideLayout14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8.xml"/><Relationship Id="rId7" Type="http://schemas.openxmlformats.org/officeDocument/2006/relationships/image" Target="../media/image4.png"/><Relationship Id="rId2" Type="http://schemas.openxmlformats.org/officeDocument/2006/relationships/slideLayout" Target="../slideLayouts/slideLayout17.xml"/><Relationship Id="rId1" Type="http://schemas.openxmlformats.org/officeDocument/2006/relationships/slideLayout" Target="../slideLayouts/slideLayout16.xml"/><Relationship Id="rId6" Type="http://schemas.openxmlformats.org/officeDocument/2006/relationships/theme" Target="../theme/theme4.xml"/><Relationship Id="rId5" Type="http://schemas.openxmlformats.org/officeDocument/2006/relationships/slideLayout" Target="../slideLayouts/slideLayout20.xml"/><Relationship Id="rId4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nb-NO" dirty="0"/>
              <a:t>Klikk for å legge til en tittel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b-NO" noProof="0" dirty="0"/>
              <a:t>Klikk for å legge til tekst</a:t>
            </a:r>
          </a:p>
          <a:p>
            <a:pPr lvl="1"/>
            <a:r>
              <a:rPr lang="nb-NO" noProof="0" dirty="0"/>
              <a:t>Andre nivå</a:t>
            </a:r>
          </a:p>
          <a:p>
            <a:pPr lvl="2"/>
            <a:r>
              <a:rPr lang="nb-NO" noProof="0" dirty="0"/>
              <a:t>Tredje nivå</a:t>
            </a:r>
          </a:p>
          <a:p>
            <a:pPr lvl="3"/>
            <a:r>
              <a:rPr lang="nb-NO" noProof="0" dirty="0"/>
              <a:t>Fjerde nivå</a:t>
            </a:r>
          </a:p>
          <a:p>
            <a:pPr lvl="4"/>
            <a:r>
              <a:rPr lang="nb-NO" noProof="0" dirty="0"/>
              <a:t>Femte nivå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356DEE-ECD7-4857-92A6-90269DFA2DF5}" type="datetimeFigureOut">
              <a:rPr lang="nb-NO" smtClean="0"/>
              <a:t>11.09.2026</a:t>
            </a:fld>
            <a:endParaRPr lang="nb-N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nb-N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5502961-D91A-442E-803D-6BE684C4B445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509431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54" r:id="rId4"/>
    <p:sldLayoutId id="2147483655" r:id="rId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b-N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nb-NO" dirty="0"/>
              <a:t>Klikk for å legge til en tittel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b-NO" noProof="0" dirty="0"/>
              <a:t>Klikk for å legge til tekst</a:t>
            </a:r>
          </a:p>
          <a:p>
            <a:pPr lvl="1"/>
            <a:r>
              <a:rPr lang="nb-NO" noProof="0" dirty="0"/>
              <a:t>Andre nivå</a:t>
            </a:r>
          </a:p>
          <a:p>
            <a:pPr lvl="2"/>
            <a:r>
              <a:rPr lang="nb-NO" noProof="0" dirty="0"/>
              <a:t>Tredje nivå</a:t>
            </a:r>
          </a:p>
          <a:p>
            <a:pPr lvl="3"/>
            <a:r>
              <a:rPr lang="nb-NO" noProof="0" dirty="0"/>
              <a:t>Fjerde nivå</a:t>
            </a:r>
          </a:p>
          <a:p>
            <a:pPr lvl="4"/>
            <a:r>
              <a:rPr lang="nb-NO" noProof="0" dirty="0"/>
              <a:t>Femte nivå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356DEE-ECD7-4857-92A6-90269DFA2DF5}" type="datetimeFigureOut">
              <a:rPr lang="nb-NO" smtClean="0"/>
              <a:t>11.09.2026</a:t>
            </a:fld>
            <a:endParaRPr lang="nb-N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nb-N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5502961-D91A-442E-803D-6BE684C4B445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0976100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7" r:id="rId1"/>
    <p:sldLayoutId id="2147483658" r:id="rId2"/>
    <p:sldLayoutId id="2147483659" r:id="rId3"/>
    <p:sldLayoutId id="2147483660" r:id="rId4"/>
    <p:sldLayoutId id="2147483661" r:id="rId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b-N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nb-NO" dirty="0"/>
              <a:t>Klikk for å legge til en tittel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b-NO" noProof="0" dirty="0"/>
              <a:t>Klikk for å legge til tekst</a:t>
            </a:r>
          </a:p>
          <a:p>
            <a:pPr lvl="1"/>
            <a:r>
              <a:rPr lang="nb-NO" noProof="0" dirty="0"/>
              <a:t>Andre nivå</a:t>
            </a:r>
          </a:p>
          <a:p>
            <a:pPr lvl="2"/>
            <a:r>
              <a:rPr lang="nb-NO" noProof="0" dirty="0"/>
              <a:t>Tredje nivå</a:t>
            </a:r>
          </a:p>
          <a:p>
            <a:pPr lvl="3"/>
            <a:r>
              <a:rPr lang="nb-NO" noProof="0" dirty="0"/>
              <a:t>Fjerde nivå</a:t>
            </a:r>
          </a:p>
          <a:p>
            <a:pPr lvl="4"/>
            <a:r>
              <a:rPr lang="nb-NO" noProof="0" dirty="0"/>
              <a:t>Femte nivå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356DEE-ECD7-4857-92A6-90269DFA2DF5}" type="datetimeFigureOut">
              <a:rPr lang="nb-NO" smtClean="0"/>
              <a:t>11.09.2026</a:t>
            </a:fld>
            <a:endParaRPr lang="nb-N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nb-N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5502961-D91A-442E-803D-6BE684C4B445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21886195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  <p:sldLayoutId id="2147483666" r:id="rId4"/>
    <p:sldLayoutId id="2147483667" r:id="rId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bg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b-N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nb-NO" dirty="0"/>
              <a:t>Klikk for å legge til en tittel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b-NO" noProof="0" dirty="0"/>
              <a:t>Klikk for å legge til tekst</a:t>
            </a:r>
          </a:p>
          <a:p>
            <a:pPr lvl="1"/>
            <a:r>
              <a:rPr lang="nb-NO" noProof="0" dirty="0"/>
              <a:t>Andre nivå</a:t>
            </a:r>
          </a:p>
          <a:p>
            <a:pPr lvl="2"/>
            <a:r>
              <a:rPr lang="nb-NO" noProof="0" dirty="0"/>
              <a:t>Tredje nivå</a:t>
            </a:r>
          </a:p>
          <a:p>
            <a:pPr lvl="3"/>
            <a:r>
              <a:rPr lang="nb-NO" noProof="0" dirty="0"/>
              <a:t>Fjerde nivå</a:t>
            </a:r>
          </a:p>
          <a:p>
            <a:pPr lvl="4"/>
            <a:r>
              <a:rPr lang="nb-NO" noProof="0" dirty="0"/>
              <a:t>Femte nivå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356DEE-ECD7-4857-92A6-90269DFA2DF5}" type="datetimeFigureOut">
              <a:rPr lang="nb-NO" smtClean="0"/>
              <a:t>11.09.2026</a:t>
            </a:fld>
            <a:endParaRPr lang="nb-N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nb-N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5502961-D91A-442E-803D-6BE684C4B445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28825434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  <p:sldLayoutId id="2147483670" r:id="rId2"/>
    <p:sldLayoutId id="2147483671" r:id="rId3"/>
    <p:sldLayoutId id="2147483672" r:id="rId4"/>
    <p:sldLayoutId id="2147483673" r:id="rId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bg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b-N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0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0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50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7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9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7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9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7791FC-E0EA-6C14-AC4A-823EDB6CD5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lang="nb-NO" dirty="0"/>
            </a:br>
            <a:r>
              <a:rPr lang="nb-NO" dirty="0"/>
              <a:t>Chapter 2 part 2</a:t>
            </a:r>
            <a:br>
              <a:rPr lang="nb-NO" dirty="0"/>
            </a:br>
            <a:r>
              <a:rPr lang="en-GB" dirty="0"/>
              <a:t>The Simple Linear Regression Model</a:t>
            </a:r>
            <a:endParaRPr lang="nb-NO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F138D2-D716-800C-7BD4-51214B3DFAE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nb-NO" dirty="0"/>
              <a:t>Sok-3081</a:t>
            </a: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060DF337-25AD-4C8F-F889-34F9AAC6B3A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nb-NO" b="1" dirty="0">
                <a:latin typeface="Arial"/>
                <a:cs typeface="Arial"/>
              </a:rPr>
              <a:t>Eirik Eriksen Heen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5AD11E3-1ED0-02B1-5A28-928F899FCB2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nb-NO" dirty="0"/>
              <a:t>9. September 2026</a:t>
            </a:r>
          </a:p>
          <a:p>
            <a:endParaRPr lang="nb-NO" dirty="0"/>
          </a:p>
        </p:txBody>
      </p:sp>
      <p:pic>
        <p:nvPicPr>
          <p:cNvPr id="10" name="Plassholder for bilde 9">
            <a:extLst>
              <a:ext uri="{FF2B5EF4-FFF2-40B4-BE49-F238E27FC236}">
                <a16:creationId xmlns:a16="http://schemas.microsoft.com/office/drawing/2014/main" id="{D4F8A7F8-162D-C8D2-9C8C-B43CD09556A7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015" r="28015"/>
          <a:stretch>
            <a:fillRect/>
          </a:stretch>
        </p:blipFill>
        <p:spPr>
          <a:custGeom>
            <a:avLst/>
            <a:gdLst>
              <a:gd name="connsiteX0" fmla="*/ 0 w 4743450"/>
              <a:gd name="connsiteY0" fmla="*/ 6858000 h 6858000"/>
              <a:gd name="connsiteX1" fmla="*/ 1185863 w 4743450"/>
              <a:gd name="connsiteY1" fmla="*/ 0 h 6858000"/>
              <a:gd name="connsiteX2" fmla="*/ 4743450 w 4743450"/>
              <a:gd name="connsiteY2" fmla="*/ 0 h 6858000"/>
              <a:gd name="connsiteX3" fmla="*/ 3557588 w 4743450"/>
              <a:gd name="connsiteY3" fmla="*/ 6858000 h 6858000"/>
              <a:gd name="connsiteX4" fmla="*/ 0 w 4743450"/>
              <a:gd name="connsiteY4" fmla="*/ 6858000 h 6858000"/>
              <a:gd name="connsiteX0" fmla="*/ 0 w 4743450"/>
              <a:gd name="connsiteY0" fmla="*/ 6858000 h 6858000"/>
              <a:gd name="connsiteX1" fmla="*/ 1185863 w 4743450"/>
              <a:gd name="connsiteY1" fmla="*/ 0 h 6858000"/>
              <a:gd name="connsiteX2" fmla="*/ 4743450 w 4743450"/>
              <a:gd name="connsiteY2" fmla="*/ 0 h 6858000"/>
              <a:gd name="connsiteX3" fmla="*/ 4740212 w 4743450"/>
              <a:gd name="connsiteY3" fmla="*/ 6851904 h 6858000"/>
              <a:gd name="connsiteX4" fmla="*/ 0 w 4743450"/>
              <a:gd name="connsiteY4" fmla="*/ 6858000 h 6858000"/>
              <a:gd name="connsiteX0" fmla="*/ 0 w 4743450"/>
              <a:gd name="connsiteY0" fmla="*/ 6858000 h 6858000"/>
              <a:gd name="connsiteX1" fmla="*/ 2825687 w 4743450"/>
              <a:gd name="connsiteY1" fmla="*/ 0 h 6858000"/>
              <a:gd name="connsiteX2" fmla="*/ 4743450 w 4743450"/>
              <a:gd name="connsiteY2" fmla="*/ 0 h 6858000"/>
              <a:gd name="connsiteX3" fmla="*/ 4740212 w 4743450"/>
              <a:gd name="connsiteY3" fmla="*/ 6851904 h 6858000"/>
              <a:gd name="connsiteX4" fmla="*/ 0 w 4743450"/>
              <a:gd name="connsiteY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743450" h="6858000">
                <a:moveTo>
                  <a:pt x="0" y="6858000"/>
                </a:moveTo>
                <a:lnTo>
                  <a:pt x="2825687" y="0"/>
                </a:lnTo>
                <a:lnTo>
                  <a:pt x="4743450" y="0"/>
                </a:lnTo>
                <a:cubicBezTo>
                  <a:pt x="4742371" y="2283968"/>
                  <a:pt x="4741291" y="4567936"/>
                  <a:pt x="4740212" y="6851904"/>
                </a:cubicBezTo>
                <a:lnTo>
                  <a:pt x="0" y="6858000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14075152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A25065-31EC-4DC6-68EC-987B77EF26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E45CC3F8-47EF-1F08-CB6B-A96A80CA8C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anchor="ctr">
            <a:normAutofit/>
          </a:bodyPr>
          <a:lstStyle/>
          <a:p>
            <a:r>
              <a:rPr lang="en-GB" noProof="0" dirty="0"/>
              <a:t>The simple regression model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Plassholder for innhold 3">
                <a:extLst>
                  <a:ext uri="{FF2B5EF4-FFF2-40B4-BE49-F238E27FC236}">
                    <a16:creationId xmlns:a16="http://schemas.microsoft.com/office/drawing/2014/main" id="{C1089162-D77C-3E4E-9321-6D8C7B844604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>
              <a:xfrm>
                <a:off x="838200" y="1825625"/>
                <a:ext cx="5181600" cy="4351338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nb-NO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nb-NO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nb-NO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nb-NO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nb-NO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nb-NO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nb-NO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nb-NO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nb-NO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nb-NO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nb-NO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nb-NO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sSub>
                        <m:sSubPr>
                          <m:ctrlPr>
                            <a:rPr lang="nb-NO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nb-NO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nb-NO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nb-NO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nb-NO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nb-NO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nb-NO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nb-NO" dirty="0"/>
              </a:p>
            </p:txBody>
          </p:sp>
        </mc:Choice>
        <mc:Fallback xmlns="">
          <p:sp>
            <p:nvSpPr>
              <p:cNvPr id="4" name="Plassholder for innhold 3">
                <a:extLst>
                  <a:ext uri="{FF2B5EF4-FFF2-40B4-BE49-F238E27FC236}">
                    <a16:creationId xmlns:a16="http://schemas.microsoft.com/office/drawing/2014/main" id="{C1089162-D77C-3E4E-9321-6D8C7B84460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838200" y="1825625"/>
                <a:ext cx="5181600" cy="4351338"/>
              </a:xfr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nb-NO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Høyre klammeparentes 5">
            <a:extLst>
              <a:ext uri="{FF2B5EF4-FFF2-40B4-BE49-F238E27FC236}">
                <a16:creationId xmlns:a16="http://schemas.microsoft.com/office/drawing/2014/main" id="{7873CC41-8C42-8A15-3634-C1C0EA2AF5E1}"/>
              </a:ext>
            </a:extLst>
          </p:cNvPr>
          <p:cNvSpPr/>
          <p:nvPr/>
        </p:nvSpPr>
        <p:spPr>
          <a:xfrm rot="5400000">
            <a:off x="3239145" y="1565329"/>
            <a:ext cx="497775" cy="1935461"/>
          </a:xfrm>
          <a:prstGeom prst="rightBrac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8" name="TekstSylinder 7">
            <a:extLst>
              <a:ext uri="{FF2B5EF4-FFF2-40B4-BE49-F238E27FC236}">
                <a16:creationId xmlns:a16="http://schemas.microsoft.com/office/drawing/2014/main" id="{6E6EECA4-B71E-F3DC-CD5A-BA4870575811}"/>
              </a:ext>
            </a:extLst>
          </p:cNvPr>
          <p:cNvSpPr txBox="1"/>
          <p:nvPr/>
        </p:nvSpPr>
        <p:spPr>
          <a:xfrm>
            <a:off x="2719953" y="2921431"/>
            <a:ext cx="126311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dirty="0" err="1"/>
              <a:t>systematic</a:t>
            </a:r>
            <a:r>
              <a:rPr lang="nb-NO" dirty="0"/>
              <a:t> part</a:t>
            </a:r>
            <a:endParaRPr lang="en-GB" noProof="0" dirty="0"/>
          </a:p>
        </p:txBody>
      </p:sp>
      <p:sp>
        <p:nvSpPr>
          <p:cNvPr id="11" name="TekstSylinder 10">
            <a:extLst>
              <a:ext uri="{FF2B5EF4-FFF2-40B4-BE49-F238E27FC236}">
                <a16:creationId xmlns:a16="http://schemas.microsoft.com/office/drawing/2014/main" id="{DFA2470D-737A-C586-CEDB-8111FE6077FE}"/>
              </a:ext>
            </a:extLst>
          </p:cNvPr>
          <p:cNvSpPr txBox="1"/>
          <p:nvPr/>
        </p:nvSpPr>
        <p:spPr>
          <a:xfrm>
            <a:off x="4369876" y="2921431"/>
            <a:ext cx="126311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dirty="0" err="1"/>
              <a:t>everything</a:t>
            </a:r>
            <a:r>
              <a:rPr lang="nb-NO" dirty="0"/>
              <a:t> </a:t>
            </a:r>
            <a:r>
              <a:rPr lang="nb-NO" dirty="0" err="1"/>
              <a:t>else</a:t>
            </a:r>
            <a:endParaRPr lang="en-GB" noProof="0" dirty="0"/>
          </a:p>
        </p:txBody>
      </p:sp>
      <p:sp>
        <p:nvSpPr>
          <p:cNvPr id="15" name="Høyre klammeparentes 14">
            <a:extLst>
              <a:ext uri="{FF2B5EF4-FFF2-40B4-BE49-F238E27FC236}">
                <a16:creationId xmlns:a16="http://schemas.microsoft.com/office/drawing/2014/main" id="{8D1E84EF-7C0F-F4C7-6C3F-B400FACF2390}"/>
              </a:ext>
            </a:extLst>
          </p:cNvPr>
          <p:cNvSpPr/>
          <p:nvPr/>
        </p:nvSpPr>
        <p:spPr>
          <a:xfrm rot="5400000">
            <a:off x="4652450" y="2296711"/>
            <a:ext cx="497775" cy="472696"/>
          </a:xfrm>
          <a:prstGeom prst="rightBrac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7" name="Plassholder for innhold 2">
            <a:extLst>
              <a:ext uri="{FF2B5EF4-FFF2-40B4-BE49-F238E27FC236}">
                <a16:creationId xmlns:a16="http://schemas.microsoft.com/office/drawing/2014/main" id="{34000475-4067-D6E1-3639-D6AE7A1F718B}"/>
              </a:ext>
            </a:extLst>
          </p:cNvPr>
          <p:cNvSpPr txBox="1">
            <a:spLocks/>
          </p:cNvSpPr>
          <p:nvPr/>
        </p:nvSpPr>
        <p:spPr>
          <a:xfrm>
            <a:off x="838200" y="3429000"/>
            <a:ext cx="5694336" cy="27479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>
              <a:solidFill>
                <a:srgbClr val="111111"/>
              </a:solidFill>
              <a:latin typeface="Times New Roman"/>
              <a:ea typeface="Times New Roman"/>
              <a:cs typeface="Times New Roman"/>
            </a:endParaRPr>
          </a:p>
          <a:p>
            <a:endParaRPr lang="en-US" dirty="0"/>
          </a:p>
          <a:p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kstSylinder 8">
                <a:extLst>
                  <a:ext uri="{FF2B5EF4-FFF2-40B4-BE49-F238E27FC236}">
                    <a16:creationId xmlns:a16="http://schemas.microsoft.com/office/drawing/2014/main" id="{CFF25BFE-66E4-18BC-DB22-8E76C2649320}"/>
                  </a:ext>
                </a:extLst>
              </p:cNvPr>
              <p:cNvSpPr txBox="1"/>
              <p:nvPr/>
            </p:nvSpPr>
            <p:spPr>
              <a:xfrm>
                <a:off x="1266092" y="3737987"/>
                <a:ext cx="4521759" cy="14773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nb-NO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b-NO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nb-NO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GB" dirty="0"/>
                  <a:t> called dependent variable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GB" dirty="0"/>
                  <a:t>Because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nb-NO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b-NO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nb-NO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GB" dirty="0"/>
                  <a:t> tries to predict it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nb-NO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b-NO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nb-NO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GB" dirty="0"/>
                  <a:t> called independent variable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nb-NO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b-NO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nb-NO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GB" dirty="0"/>
                  <a:t> links the observed data and with the precited value on the regression line</a:t>
                </a:r>
              </a:p>
            </p:txBody>
          </p:sp>
        </mc:Choice>
        <mc:Fallback xmlns="">
          <p:sp>
            <p:nvSpPr>
              <p:cNvPr id="9" name="TekstSylinder 8">
                <a:extLst>
                  <a:ext uri="{FF2B5EF4-FFF2-40B4-BE49-F238E27FC236}">
                    <a16:creationId xmlns:a16="http://schemas.microsoft.com/office/drawing/2014/main" id="{CFF25BFE-66E4-18BC-DB22-8E76C26493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66092" y="3737987"/>
                <a:ext cx="4521759" cy="1477328"/>
              </a:xfrm>
              <a:prstGeom prst="rect">
                <a:avLst/>
              </a:prstGeom>
              <a:blipFill>
                <a:blip r:embed="rId4"/>
                <a:stretch>
                  <a:fillRect l="-945" t="-2058" b="-535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3" name="Bilde 12">
            <a:extLst>
              <a:ext uri="{FF2B5EF4-FFF2-40B4-BE49-F238E27FC236}">
                <a16:creationId xmlns:a16="http://schemas.microsoft.com/office/drawing/2014/main" id="{54CFA00F-911C-F8B7-EFD1-4D18E62467B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03595" y="1805362"/>
            <a:ext cx="5076814" cy="3957475"/>
          </a:xfrm>
          <a:prstGeom prst="rect">
            <a:avLst/>
          </a:prstGeom>
        </p:spPr>
      </p:pic>
      <p:sp>
        <p:nvSpPr>
          <p:cNvPr id="5" name="Høyre klammeparentes 4">
            <a:extLst>
              <a:ext uri="{FF2B5EF4-FFF2-40B4-BE49-F238E27FC236}">
                <a16:creationId xmlns:a16="http://schemas.microsoft.com/office/drawing/2014/main" id="{5EB48646-628E-243F-3F2D-D1B2960AD540}"/>
              </a:ext>
            </a:extLst>
          </p:cNvPr>
          <p:cNvSpPr/>
          <p:nvPr/>
        </p:nvSpPr>
        <p:spPr>
          <a:xfrm rot="5400000">
            <a:off x="1713189" y="2296711"/>
            <a:ext cx="497775" cy="472696"/>
          </a:xfrm>
          <a:prstGeom prst="rightBrac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2" name="TekstSylinder 11">
            <a:extLst>
              <a:ext uri="{FF2B5EF4-FFF2-40B4-BE49-F238E27FC236}">
                <a16:creationId xmlns:a16="http://schemas.microsoft.com/office/drawing/2014/main" id="{796B6419-9797-915F-32D8-8E98C4BE7ADB}"/>
              </a:ext>
            </a:extLst>
          </p:cNvPr>
          <p:cNvSpPr txBox="1"/>
          <p:nvPr/>
        </p:nvSpPr>
        <p:spPr>
          <a:xfrm>
            <a:off x="1456842" y="2916884"/>
            <a:ext cx="12631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dirty="0" err="1"/>
              <a:t>outcome</a:t>
            </a:r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30548723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772B73-549C-AF26-84BA-B454F726F1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3F5A462A-8642-772F-139C-5F3BABB94F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Theoretical → Estimated</a:t>
            </a:r>
          </a:p>
        </p:txBody>
      </p:sp>
      <p:sp>
        <p:nvSpPr>
          <p:cNvPr id="5" name="Plassholder for innhold 4">
            <a:extLst>
              <a:ext uri="{FF2B5EF4-FFF2-40B4-BE49-F238E27FC236}">
                <a16:creationId xmlns:a16="http://schemas.microsoft.com/office/drawing/2014/main" id="{2DCB31C3-74C1-3C6A-D119-220EA07149DA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GB" noProof="0" dirty="0"/>
              <a:t>When we start estimating parameters change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6" name="Plassholder for innhold 6">
                <a:extLst>
                  <a:ext uri="{FF2B5EF4-FFF2-40B4-BE49-F238E27FC236}">
                    <a16:creationId xmlns:a16="http://schemas.microsoft.com/office/drawing/2014/main" id="{3271BDE7-597D-5B05-0734-A30007DB411F}"/>
                  </a:ext>
                </a:extLst>
              </p:cNvPr>
              <p:cNvGraphicFramePr>
                <a:graphicFrameLocks noGrp="1"/>
              </p:cNvGraphicFramePr>
              <p:nvPr>
                <p:ph sz="half" idx="2"/>
                <p:extLst>
                  <p:ext uri="{D42A27DB-BD31-4B8C-83A1-F6EECF244321}">
                    <p14:modId xmlns:p14="http://schemas.microsoft.com/office/powerpoint/2010/main" val="1283753260"/>
                  </p:ext>
                </p:extLst>
              </p:nvPr>
            </p:nvGraphicFramePr>
            <p:xfrm>
              <a:off x="6796006" y="1254125"/>
              <a:ext cx="5181600" cy="3108960"/>
            </p:xfrm>
            <a:graphic>
              <a:graphicData uri="http://schemas.openxmlformats.org/drawingml/2006/table">
                <a:tbl>
                  <a:tblPr>
                    <a:tableStyleId>{C4B1156A-380E-4F78-BDF5-A606A8083BF9}</a:tableStyleId>
                  </a:tblPr>
                  <a:tblGrid>
                    <a:gridCol w="1727200">
                      <a:extLst>
                        <a:ext uri="{9D8B030D-6E8A-4147-A177-3AD203B41FA5}">
                          <a16:colId xmlns:a16="http://schemas.microsoft.com/office/drawing/2014/main" val="2454696334"/>
                        </a:ext>
                      </a:extLst>
                    </a:gridCol>
                    <a:gridCol w="1727200">
                      <a:extLst>
                        <a:ext uri="{9D8B030D-6E8A-4147-A177-3AD203B41FA5}">
                          <a16:colId xmlns:a16="http://schemas.microsoft.com/office/drawing/2014/main" val="4151665161"/>
                        </a:ext>
                      </a:extLst>
                    </a:gridCol>
                    <a:gridCol w="1727200">
                      <a:extLst>
                        <a:ext uri="{9D8B030D-6E8A-4147-A177-3AD203B41FA5}">
                          <a16:colId xmlns:a16="http://schemas.microsoft.com/office/drawing/2014/main" val="812608632"/>
                        </a:ext>
                      </a:extLst>
                    </a:gridCol>
                  </a:tblGrid>
                  <a:tr h="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GB" noProof="0" dirty="0"/>
                            <a:t>Theoretical / Population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GB" noProof="0" dirty="0"/>
                            <a:t>Estimated / Observed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GB" noProof="0" dirty="0"/>
                            <a:t>Meaning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031696252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i="1" noProof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noProof="0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GB" noProof="0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noProof="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i="1" noProof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̂"/>
                                        <m:ctrlPr>
                                          <a:rPr lang="en-GB" i="1" noProof="0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GB" noProof="0" smtClean="0">
                                            <a:latin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GB" noProof="0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noProof="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GB" noProof="0" dirty="0"/>
                            <a:t>Observed outcome / Fitted value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157768982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i="1" noProof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noProof="0" smtClean="0">
                                        <a:latin typeface="Cambria Math" panose="02040503050406030204" pitchFamily="18" charset="0"/>
                                      </a:rPr>
                                      <m:t>𝛽</m:t>
                                    </m:r>
                                  </m:e>
                                  <m:sub>
                                    <m:r>
                                      <a:rPr lang="en-GB" noProof="0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GB" noProof="0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en-GB" i="1" noProof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noProof="0" smtClean="0">
                                        <a:latin typeface="Cambria Math" panose="02040503050406030204" pitchFamily="18" charset="0"/>
                                      </a:rPr>
                                      <m:t>𝛽</m:t>
                                    </m:r>
                                  </m:e>
                                  <m:sub>
                                    <m:r>
                                      <a:rPr lang="en-GB" noProof="0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noProof="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i="1" noProof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noProof="0" smtClean="0"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  <m:sub>
                                    <m:r>
                                      <a:rPr lang="en-GB" noProof="0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GB" noProof="0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en-GB" i="1" noProof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noProof="0" smtClean="0"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  <m:sub>
                                    <m:r>
                                      <a:rPr lang="en-GB" noProof="0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noProof="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GB" noProof="0" dirty="0"/>
                            <a:t>Population parameters / OLS estimates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95275296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i="1" noProof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noProof="0" smtClean="0">
                                        <a:latin typeface="Cambria Math" panose="02040503050406030204" pitchFamily="18" charset="0"/>
                                      </a:rPr>
                                      <m:t>𝑒</m:t>
                                    </m:r>
                                  </m:e>
                                  <m:sub>
                                    <m:r>
                                      <a:rPr lang="en-GB" noProof="0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noProof="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i="1" noProof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̂"/>
                                        <m:ctrlPr>
                                          <a:rPr lang="en-GB" i="1" noProof="0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GB" noProof="0" smtClean="0">
                                            <a:latin typeface="Cambria Math" panose="02040503050406030204" pitchFamily="18" charset="0"/>
                                          </a:rPr>
                                          <m:t>𝑒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GB" noProof="0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noProof="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GB" noProof="0" dirty="0"/>
                            <a:t>Random error / Residual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217707920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6" name="Plassholder for innhold 6">
                <a:extLst>
                  <a:ext uri="{FF2B5EF4-FFF2-40B4-BE49-F238E27FC236}">
                    <a16:creationId xmlns:a16="http://schemas.microsoft.com/office/drawing/2014/main" id="{3271BDE7-597D-5B05-0734-A30007DB411F}"/>
                  </a:ext>
                </a:extLst>
              </p:cNvPr>
              <p:cNvGraphicFramePr>
                <a:graphicFrameLocks noGrp="1"/>
              </p:cNvGraphicFramePr>
              <p:nvPr>
                <p:ph sz="half" idx="2"/>
                <p:extLst>
                  <p:ext uri="{D42A27DB-BD31-4B8C-83A1-F6EECF244321}">
                    <p14:modId xmlns:p14="http://schemas.microsoft.com/office/powerpoint/2010/main" val="1283753260"/>
                  </p:ext>
                </p:extLst>
              </p:nvPr>
            </p:nvGraphicFramePr>
            <p:xfrm>
              <a:off x="6796006" y="1254125"/>
              <a:ext cx="5181600" cy="3108960"/>
            </p:xfrm>
            <a:graphic>
              <a:graphicData uri="http://schemas.openxmlformats.org/drawingml/2006/table">
                <a:tbl>
                  <a:tblPr>
                    <a:tableStyleId>{C4B1156A-380E-4F78-BDF5-A606A8083BF9}</a:tableStyleId>
                  </a:tblPr>
                  <a:tblGrid>
                    <a:gridCol w="1727200">
                      <a:extLst>
                        <a:ext uri="{9D8B030D-6E8A-4147-A177-3AD203B41FA5}">
                          <a16:colId xmlns:a16="http://schemas.microsoft.com/office/drawing/2014/main" val="2454696334"/>
                        </a:ext>
                      </a:extLst>
                    </a:gridCol>
                    <a:gridCol w="1727200">
                      <a:extLst>
                        <a:ext uri="{9D8B030D-6E8A-4147-A177-3AD203B41FA5}">
                          <a16:colId xmlns:a16="http://schemas.microsoft.com/office/drawing/2014/main" val="4151665161"/>
                        </a:ext>
                      </a:extLst>
                    </a:gridCol>
                    <a:gridCol w="1727200">
                      <a:extLst>
                        <a:ext uri="{9D8B030D-6E8A-4147-A177-3AD203B41FA5}">
                          <a16:colId xmlns:a16="http://schemas.microsoft.com/office/drawing/2014/main" val="812608632"/>
                        </a:ext>
                      </a:extLst>
                    </a:gridCol>
                  </a:tblGrid>
                  <a:tr h="64008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GB" noProof="0" dirty="0"/>
                            <a:t>Theoretical / Population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GB" noProof="0" dirty="0"/>
                            <a:t>Estimated / Observed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GB" noProof="0" dirty="0"/>
                            <a:t>Meaning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031696252"/>
                      </a:ext>
                    </a:extLst>
                  </a:tr>
                  <a:tr h="914400">
                    <a:tc>
                      <a:txBody>
                        <a:bodyPr/>
                        <a:lstStyle/>
                        <a:p>
                          <a:endParaRPr lang="nb-NO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52" t="-72848" r="-200352" b="-17947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nb-NO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00707" t="-72848" r="-101060" b="-17947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GB" noProof="0" dirty="0"/>
                            <a:t>Observed outcome / Fitted value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157768982"/>
                      </a:ext>
                    </a:extLst>
                  </a:tr>
                  <a:tr h="914400">
                    <a:tc>
                      <a:txBody>
                        <a:bodyPr/>
                        <a:lstStyle/>
                        <a:p>
                          <a:endParaRPr lang="nb-NO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52" t="-174000" r="-200352" b="-80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nb-NO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00707" t="-174000" r="-101060" b="-80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GB" noProof="0" dirty="0"/>
                            <a:t>Population parameters / OLS estimates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95275296"/>
                      </a:ext>
                    </a:extLst>
                  </a:tr>
                  <a:tr h="640080">
                    <a:tc>
                      <a:txBody>
                        <a:bodyPr/>
                        <a:lstStyle/>
                        <a:p>
                          <a:endParaRPr lang="nb-NO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52" t="-391429" r="-200352" b="-1523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nb-NO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00707" t="-391429" r="-101060" b="-1523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GB" noProof="0" dirty="0"/>
                            <a:t>Random error / Residual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217707920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Rektangel: avrundede hjørner 8">
                <a:extLst>
                  <a:ext uri="{FF2B5EF4-FFF2-40B4-BE49-F238E27FC236}">
                    <a16:creationId xmlns:a16="http://schemas.microsoft.com/office/drawing/2014/main" id="{F0460A3C-10CB-369B-EAB5-DAC6F464EC8C}"/>
                  </a:ext>
                </a:extLst>
              </p:cNvPr>
              <p:cNvSpPr/>
              <p:nvPr/>
            </p:nvSpPr>
            <p:spPr>
              <a:xfrm>
                <a:off x="1341120" y="3064790"/>
                <a:ext cx="4115574" cy="728420"/>
              </a:xfrm>
              <a:prstGeom prst="roundRect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nb-NO" sz="28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nb-NO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nb-NO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nb-NO" sz="28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nb-NO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nb-NO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nb-NO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nb-NO" sz="28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nb-NO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nb-NO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nb-NO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nb-NO" sz="28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sSub>
                        <m:sSubPr>
                          <m:ctrlPr>
                            <a:rPr lang="nb-NO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nb-NO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nb-NO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nb-NO" sz="28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nb-NO" sz="28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nb-NO" sz="28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nb-NO" sz="28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GB" sz="2800" dirty="0"/>
              </a:p>
            </p:txBody>
          </p:sp>
        </mc:Choice>
        <mc:Fallback>
          <p:sp>
            <p:nvSpPr>
              <p:cNvPr id="9" name="Rektangel: avrundede hjørner 8">
                <a:extLst>
                  <a:ext uri="{FF2B5EF4-FFF2-40B4-BE49-F238E27FC236}">
                    <a16:creationId xmlns:a16="http://schemas.microsoft.com/office/drawing/2014/main" id="{F0460A3C-10CB-369B-EAB5-DAC6F464EC8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41120" y="3064790"/>
                <a:ext cx="4115574" cy="728420"/>
              </a:xfrm>
              <a:prstGeom prst="round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Pil: ned 9">
            <a:extLst>
              <a:ext uri="{FF2B5EF4-FFF2-40B4-BE49-F238E27FC236}">
                <a16:creationId xmlns:a16="http://schemas.microsoft.com/office/drawing/2014/main" id="{455B5C62-E259-40D1-513E-80897782634D}"/>
              </a:ext>
            </a:extLst>
          </p:cNvPr>
          <p:cNvSpPr/>
          <p:nvPr/>
        </p:nvSpPr>
        <p:spPr>
          <a:xfrm>
            <a:off x="2165114" y="3877814"/>
            <a:ext cx="860156" cy="627681"/>
          </a:xfrm>
          <a:prstGeom prst="down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Rektangel: avrundede hjørner 11">
                <a:extLst>
                  <a:ext uri="{FF2B5EF4-FFF2-40B4-BE49-F238E27FC236}">
                    <a16:creationId xmlns:a16="http://schemas.microsoft.com/office/drawing/2014/main" id="{D8DCC760-6111-1EFF-FDFB-B3DA15162F5E}"/>
                  </a:ext>
                </a:extLst>
              </p:cNvPr>
              <p:cNvSpPr/>
              <p:nvPr/>
            </p:nvSpPr>
            <p:spPr>
              <a:xfrm>
                <a:off x="529785" y="4668165"/>
                <a:ext cx="3089715" cy="728420"/>
              </a:xfrm>
              <a:prstGeom prst="roundRect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nb-NO" sz="28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nb-NO" sz="2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nb-NO" sz="2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nb-NO" sz="2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acc>
                      <m:r>
                        <a:rPr lang="nb-NO" sz="28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nb-NO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nb-NO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nb-NO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nb-NO" sz="28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nb-NO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nb-NO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nb-NO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nb-NO" sz="28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sSub>
                        <m:sSubPr>
                          <m:ctrlPr>
                            <a:rPr lang="nb-NO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nb-NO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nb-NO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GB" sz="2800" dirty="0"/>
              </a:p>
            </p:txBody>
          </p:sp>
        </mc:Choice>
        <mc:Fallback>
          <p:sp>
            <p:nvSpPr>
              <p:cNvPr id="12" name="Rektangel: avrundede hjørner 11">
                <a:extLst>
                  <a:ext uri="{FF2B5EF4-FFF2-40B4-BE49-F238E27FC236}">
                    <a16:creationId xmlns:a16="http://schemas.microsoft.com/office/drawing/2014/main" id="{D8DCC760-6111-1EFF-FDFB-B3DA15162F5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9785" y="4668165"/>
                <a:ext cx="3089715" cy="728420"/>
              </a:xfrm>
              <a:prstGeom prst="round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" name="Rektangel: avrundede hjørner 13">
                <a:extLst>
                  <a:ext uri="{FF2B5EF4-FFF2-40B4-BE49-F238E27FC236}">
                    <a16:creationId xmlns:a16="http://schemas.microsoft.com/office/drawing/2014/main" id="{16B490E8-558F-45B0-092F-D4C20A853C3C}"/>
                  </a:ext>
                </a:extLst>
              </p:cNvPr>
              <p:cNvSpPr/>
              <p:nvPr/>
            </p:nvSpPr>
            <p:spPr>
              <a:xfrm>
                <a:off x="3851977" y="4690765"/>
                <a:ext cx="2336499" cy="728420"/>
              </a:xfrm>
              <a:prstGeom prst="roundRect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nb-NO" sz="28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nb-NO" sz="28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nb-NO" sz="28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b>
                              <m:r>
                                <a:rPr lang="nb-NO" sz="28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acc>
                      <m:r>
                        <a:rPr lang="nb-NO" sz="28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nb-NO" sz="28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nb-NO" sz="28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nb-NO" sz="28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nb-NO" sz="28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acc>
                        <m:accPr>
                          <m:chr m:val="̂"/>
                          <m:ctrlPr>
                            <a:rPr lang="nb-NO" sz="28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nb-NO" sz="28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nb-NO" sz="28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nb-NO" sz="28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acc>
                    </m:oMath>
                  </m:oMathPara>
                </a14:m>
                <a:endParaRPr lang="en-GB" sz="2800" dirty="0"/>
              </a:p>
            </p:txBody>
          </p:sp>
        </mc:Choice>
        <mc:Fallback>
          <p:sp>
            <p:nvSpPr>
              <p:cNvPr id="14" name="Rektangel: avrundede hjørner 13">
                <a:extLst>
                  <a:ext uri="{FF2B5EF4-FFF2-40B4-BE49-F238E27FC236}">
                    <a16:creationId xmlns:a16="http://schemas.microsoft.com/office/drawing/2014/main" id="{16B490E8-558F-45B0-092F-D4C20A853C3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51977" y="4690765"/>
                <a:ext cx="2336499" cy="728420"/>
              </a:xfrm>
              <a:prstGeom prst="round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Pil: ned 3">
            <a:extLst>
              <a:ext uri="{FF2B5EF4-FFF2-40B4-BE49-F238E27FC236}">
                <a16:creationId xmlns:a16="http://schemas.microsoft.com/office/drawing/2014/main" id="{74B31899-1F21-4EAB-1147-076675E6472F}"/>
              </a:ext>
            </a:extLst>
          </p:cNvPr>
          <p:cNvSpPr/>
          <p:nvPr/>
        </p:nvSpPr>
        <p:spPr>
          <a:xfrm>
            <a:off x="4146314" y="3928147"/>
            <a:ext cx="860156" cy="627681"/>
          </a:xfrm>
          <a:prstGeom prst="down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21414357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09C783-3E39-4ED4-4577-DA58CCD26F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EC6415C3-67F7-1349-30DA-01367086EE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Minimizing squared errors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Rektangel: avrundede hjørner 4">
                <a:extLst>
                  <a:ext uri="{FF2B5EF4-FFF2-40B4-BE49-F238E27FC236}">
                    <a16:creationId xmlns:a16="http://schemas.microsoft.com/office/drawing/2014/main" id="{063D1ACE-8D40-9018-F34E-D88A99610DB7}"/>
                  </a:ext>
                </a:extLst>
              </p:cNvPr>
              <p:cNvSpPr/>
              <p:nvPr/>
            </p:nvSpPr>
            <p:spPr>
              <a:xfrm>
                <a:off x="369709" y="2258758"/>
                <a:ext cx="4618494" cy="728420"/>
              </a:xfrm>
              <a:prstGeom prst="roundRect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 xmlns:m="http://schemas.openxmlformats.org/officeDocument/2006/math">
                    <m:r>
                      <a:rPr lang="nb-NO" sz="2800" i="1" smtClean="0">
                        <a:latin typeface="Cambria Math" panose="02040503050406030204" pitchFamily="18" charset="0"/>
                      </a:rPr>
                      <m:t>𝑆</m:t>
                    </m:r>
                    <m:r>
                      <a:rPr lang="nb-NO" sz="2800" b="0" i="1" smtClean="0">
                        <a:latin typeface="Cambria Math" panose="02040503050406030204" pitchFamily="18" charset="0"/>
                      </a:rPr>
                      <m:t>𝑆𝐸</m:t>
                    </m:r>
                    <m:r>
                      <a:rPr lang="nb-NO" sz="2800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supHide m:val="on"/>
                        <m:ctrlPr>
                          <a:rPr lang="en-GB" sz="2800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nb-NO" sz="28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/>
                      <m:e>
                        <m:sSup>
                          <m:sSupPr>
                            <m:ctrlPr>
                              <a:rPr lang="nb-NO" sz="28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nb-NO" sz="2800" b="0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sSub>
                              <m:sSubPr>
                                <m:ctrlPr>
                                  <a:rPr lang="nb-NO" sz="28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nb-NO" sz="2800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nb-NO" sz="2800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nb-NO" sz="2800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nb-NO" sz="28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nb-NO" sz="2800" i="1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  <m:sub>
                                <m:r>
                                  <a:rPr lang="nb-NO" sz="28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nb-NO" sz="2800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nb-NO" sz="28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nb-NO" sz="2800" i="1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  <m:sub>
                                <m:r>
                                  <a:rPr lang="nb-NO" sz="28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nb-NO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∙</m:t>
                            </m:r>
                            <m:sSub>
                              <m:sSubPr>
                                <m:ctrlPr>
                                  <a:rPr lang="nb-NO" sz="28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nb-NO" sz="28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nb-NO" sz="28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nb-NO" sz="2800" b="0" i="1" smtClean="0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nb-NO" sz="28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nary>
                    <m:r>
                      <a:rPr lang="nb-NO" sz="280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GB" sz="2800" dirty="0"/>
                  <a:t> </a:t>
                </a:r>
              </a:p>
            </p:txBody>
          </p:sp>
        </mc:Choice>
        <mc:Fallback>
          <p:sp>
            <p:nvSpPr>
              <p:cNvPr id="5" name="Rektangel: avrundede hjørner 4">
                <a:extLst>
                  <a:ext uri="{FF2B5EF4-FFF2-40B4-BE49-F238E27FC236}">
                    <a16:creationId xmlns:a16="http://schemas.microsoft.com/office/drawing/2014/main" id="{063D1ACE-8D40-9018-F34E-D88A99610DB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9709" y="2258758"/>
                <a:ext cx="4618494" cy="728420"/>
              </a:xfrm>
              <a:prstGeom prst="round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Rektangel: avrundede hjørner 8">
                <a:extLst>
                  <a:ext uri="{FF2B5EF4-FFF2-40B4-BE49-F238E27FC236}">
                    <a16:creationId xmlns:a16="http://schemas.microsoft.com/office/drawing/2014/main" id="{EDC60ED5-2432-3899-0045-6FAA6DD1A51D}"/>
                  </a:ext>
                </a:extLst>
              </p:cNvPr>
              <p:cNvSpPr/>
              <p:nvPr/>
            </p:nvSpPr>
            <p:spPr>
              <a:xfrm>
                <a:off x="369709" y="4654220"/>
                <a:ext cx="4618494" cy="728420"/>
              </a:xfrm>
              <a:prstGeom prst="roundRect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nb-NO" sz="2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nb-NO" sz="2800" i="1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nb-NO" sz="28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nb-NO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̅"/>
                          <m:ctrlPr>
                            <a:rPr lang="en-GB" sz="28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nb-NO" sz="28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  <m:r>
                        <a:rPr lang="nb-NO" sz="2800" b="0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nb-NO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nb-NO" sz="2800" i="1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nb-NO" sz="2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nb-NO" sz="28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acc>
                        <m:accPr>
                          <m:chr m:val="̅"/>
                          <m:ctrlPr>
                            <a:rPr lang="en-GB" sz="28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nb-NO" sz="2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acc>
                    </m:oMath>
                  </m:oMathPara>
                </a14:m>
                <a:endParaRPr lang="en-GB" sz="2800" dirty="0"/>
              </a:p>
            </p:txBody>
          </p:sp>
        </mc:Choice>
        <mc:Fallback>
          <p:sp>
            <p:nvSpPr>
              <p:cNvPr id="9" name="Rektangel: avrundede hjørner 8">
                <a:extLst>
                  <a:ext uri="{FF2B5EF4-FFF2-40B4-BE49-F238E27FC236}">
                    <a16:creationId xmlns:a16="http://schemas.microsoft.com/office/drawing/2014/main" id="{EDC60ED5-2432-3899-0045-6FAA6DD1A51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9709" y="4654220"/>
                <a:ext cx="4618494" cy="728420"/>
              </a:xfrm>
              <a:prstGeom prst="round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Rektangel: avrundede hjørner 10">
                <a:extLst>
                  <a:ext uri="{FF2B5EF4-FFF2-40B4-BE49-F238E27FC236}">
                    <a16:creationId xmlns:a16="http://schemas.microsoft.com/office/drawing/2014/main" id="{CF42EFAC-C307-EEB9-5E52-89A47DB8A088}"/>
                  </a:ext>
                </a:extLst>
              </p:cNvPr>
              <p:cNvSpPr/>
              <p:nvPr/>
            </p:nvSpPr>
            <p:spPr>
              <a:xfrm>
                <a:off x="369709" y="5437618"/>
                <a:ext cx="4618494" cy="1166948"/>
              </a:xfrm>
              <a:prstGeom prst="roundRect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nb-NO" sz="2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nb-NO" sz="2800" i="1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nb-NO" sz="2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nb-NO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nary>
                            <m:naryPr>
                              <m:chr m:val="∑"/>
                              <m:supHide m:val="on"/>
                              <m:ctrlPr>
                                <a:rPr lang="en-GB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7"/>
                                </m:rPr>
                                <a:rPr lang="nb-NO" sz="28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/>
                            <m:e>
                              <m:r>
                                <a:rPr lang="nb-NO" sz="2800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GB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nb-NO" sz="28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nb-NO" sz="2800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nb-NO" sz="28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acc>
                                <m:accPr>
                                  <m:chr m:val="̅"/>
                                  <m:ctrlPr>
                                    <a:rPr lang="en-GB" sz="2800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nb-NO" sz="28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acc>
                              <m:r>
                                <a:rPr lang="nb-NO" sz="2800" b="0" i="1" smtClean="0">
                                  <a:latin typeface="Cambria Math" panose="02040503050406030204" pitchFamily="18" charset="0"/>
                                </a:rPr>
                                <m:t>)(</m:t>
                              </m:r>
                              <m:sSub>
                                <m:sSubPr>
                                  <m:ctrlPr>
                                    <a:rPr lang="en-GB" sz="2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nb-NO" sz="2800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nb-NO" sz="28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nb-NO" sz="28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acc>
                                <m:accPr>
                                  <m:chr m:val="̅"/>
                                  <m:ctrlPr>
                                    <a:rPr lang="en-GB" sz="2800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nb-NO" sz="2800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acc>
                              <m:r>
                                <a:rPr lang="nb-NO" sz="2800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nary>
                        </m:num>
                        <m:den>
                          <m:nary>
                            <m:naryPr>
                              <m:chr m:val="∑"/>
                              <m:supHide m:val="on"/>
                              <m:ctrlPr>
                                <a:rPr lang="en-GB" sz="28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7"/>
                                </m:rPr>
                                <a:rPr lang="nb-NO" sz="28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/>
                            <m:e>
                              <m:sSup>
                                <m:sSupPr>
                                  <m:ctrlPr>
                                    <a:rPr lang="nb-NO" sz="28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nb-NO" sz="2800" i="1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sSub>
                                    <m:sSubPr>
                                      <m:ctrlPr>
                                        <a:rPr lang="en-GB" sz="2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nb-NO" sz="2800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nb-NO" sz="28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nb-NO" sz="2800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acc>
                                    <m:accPr>
                                      <m:chr m:val="̅"/>
                                      <m:ctrlPr>
                                        <a:rPr lang="en-GB" sz="2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nb-NO" sz="2800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</m:acc>
                                  <m:r>
                                    <a:rPr lang="nb-NO" sz="2800" i="1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  <m:sup>
                                  <m:r>
                                    <a:rPr lang="nb-NO" sz="28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nary>
                        </m:den>
                      </m:f>
                    </m:oMath>
                  </m:oMathPara>
                </a14:m>
                <a:endParaRPr lang="en-GB" sz="2800" dirty="0"/>
              </a:p>
            </p:txBody>
          </p:sp>
        </mc:Choice>
        <mc:Fallback>
          <p:sp>
            <p:nvSpPr>
              <p:cNvPr id="11" name="Rektangel: avrundede hjørner 10">
                <a:extLst>
                  <a:ext uri="{FF2B5EF4-FFF2-40B4-BE49-F238E27FC236}">
                    <a16:creationId xmlns:a16="http://schemas.microsoft.com/office/drawing/2014/main" id="{CF42EFAC-C307-EEB9-5E52-89A47DB8A08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9709" y="5437618"/>
                <a:ext cx="4618494" cy="1166948"/>
              </a:xfrm>
              <a:prstGeom prst="round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Bilde 3">
            <a:extLst>
              <a:ext uri="{FF2B5EF4-FFF2-40B4-BE49-F238E27FC236}">
                <a16:creationId xmlns:a16="http://schemas.microsoft.com/office/drawing/2014/main" id="{D74BF7EF-BC92-70BD-4DE1-308307E44C1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35308" y="2481523"/>
            <a:ext cx="4975605" cy="3878580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0" name="Rektangel: avrundede hjørner 9">
                <a:extLst>
                  <a:ext uri="{FF2B5EF4-FFF2-40B4-BE49-F238E27FC236}">
                    <a16:creationId xmlns:a16="http://schemas.microsoft.com/office/drawing/2014/main" id="{0238C46E-DCB2-EA00-DCFD-8FEE61F11499}"/>
                  </a:ext>
                </a:extLst>
              </p:cNvPr>
              <p:cNvSpPr/>
              <p:nvPr/>
            </p:nvSpPr>
            <p:spPr>
              <a:xfrm>
                <a:off x="369709" y="1475360"/>
                <a:ext cx="2255520" cy="728420"/>
              </a:xfrm>
              <a:prstGeom prst="roundRect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nb-NO" sz="28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nb-NO" sz="28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nb-NO" sz="28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b>
                              <m:r>
                                <a:rPr lang="nb-NO" sz="28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acc>
                      <m:r>
                        <a:rPr lang="nb-NO" sz="28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nb-NO" sz="28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nb-NO" sz="28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nb-NO" sz="28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nb-NO" sz="28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acc>
                        <m:accPr>
                          <m:chr m:val="̂"/>
                          <m:ctrlPr>
                            <a:rPr lang="nb-NO" sz="28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nb-NO" sz="28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nb-NO" sz="28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nb-NO" sz="28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acc>
                    </m:oMath>
                  </m:oMathPara>
                </a14:m>
                <a:endParaRPr lang="en-GB" sz="2800" dirty="0"/>
              </a:p>
            </p:txBody>
          </p:sp>
        </mc:Choice>
        <mc:Fallback>
          <p:sp>
            <p:nvSpPr>
              <p:cNvPr id="10" name="Rektangel: avrundede hjørner 9">
                <a:extLst>
                  <a:ext uri="{FF2B5EF4-FFF2-40B4-BE49-F238E27FC236}">
                    <a16:creationId xmlns:a16="http://schemas.microsoft.com/office/drawing/2014/main" id="{0238C46E-DCB2-EA00-DCFD-8FEE61F1149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9709" y="1475360"/>
                <a:ext cx="2255520" cy="728420"/>
              </a:xfrm>
              <a:prstGeom prst="round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Ellipse 12">
            <a:extLst>
              <a:ext uri="{FF2B5EF4-FFF2-40B4-BE49-F238E27FC236}">
                <a16:creationId xmlns:a16="http://schemas.microsoft.com/office/drawing/2014/main" id="{0A51556B-34A1-C841-8123-8464913E8F99}"/>
              </a:ext>
            </a:extLst>
          </p:cNvPr>
          <p:cNvSpPr/>
          <p:nvPr/>
        </p:nvSpPr>
        <p:spPr>
          <a:xfrm>
            <a:off x="10467377" y="184198"/>
            <a:ext cx="1354914" cy="627398"/>
          </a:xfrm>
          <a:prstGeom prst="ellips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Lab 1</a:t>
            </a:r>
          </a:p>
        </p:txBody>
      </p:sp>
    </p:spTree>
    <p:extLst>
      <p:ext uri="{BB962C8B-B14F-4D97-AF65-F5344CB8AC3E}">
        <p14:creationId xmlns:p14="http://schemas.microsoft.com/office/powerpoint/2010/main" val="7776362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FDD89DE8-3E85-02A3-7158-A274952756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The simple regression assumptions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Tabell 4">
                <a:extLst>
                  <a:ext uri="{FF2B5EF4-FFF2-40B4-BE49-F238E27FC236}">
                    <a16:creationId xmlns:a16="http://schemas.microsoft.com/office/drawing/2014/main" id="{B5444B08-B48E-C575-1BE3-BB978E97D88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666754747"/>
                  </p:ext>
                </p:extLst>
              </p:nvPr>
            </p:nvGraphicFramePr>
            <p:xfrm>
              <a:off x="838199" y="1796834"/>
              <a:ext cx="10515600" cy="4460417"/>
            </p:xfrm>
            <a:graphic>
              <a:graphicData uri="http://schemas.openxmlformats.org/drawingml/2006/table">
                <a:tbl>
                  <a:tblPr>
                    <a:tableStyleId>{8EC20E35-A176-4012-BC5E-935CFFF8708E}</a:tableStyleId>
                  </a:tblPr>
                  <a:tblGrid>
                    <a:gridCol w="3505200">
                      <a:extLst>
                        <a:ext uri="{9D8B030D-6E8A-4147-A177-3AD203B41FA5}">
                          <a16:colId xmlns:a16="http://schemas.microsoft.com/office/drawing/2014/main" val="3954159365"/>
                        </a:ext>
                      </a:extLst>
                    </a:gridCol>
                    <a:gridCol w="3505200">
                      <a:extLst>
                        <a:ext uri="{9D8B030D-6E8A-4147-A177-3AD203B41FA5}">
                          <a16:colId xmlns:a16="http://schemas.microsoft.com/office/drawing/2014/main" val="1637650119"/>
                        </a:ext>
                      </a:extLst>
                    </a:gridCol>
                    <a:gridCol w="3505200">
                      <a:extLst>
                        <a:ext uri="{9D8B030D-6E8A-4147-A177-3AD203B41FA5}">
                          <a16:colId xmlns:a16="http://schemas.microsoft.com/office/drawing/2014/main" val="2251227469"/>
                        </a:ext>
                      </a:extLst>
                    </a:gridCol>
                  </a:tblGrid>
                  <a:tr h="220321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nb-NO" sz="1800" dirty="0" err="1"/>
                            <a:t>Rule</a:t>
                          </a:r>
                          <a:endParaRPr lang="nb-NO" sz="1800" dirty="0"/>
                        </a:p>
                      </a:txBody>
                      <a:tcPr marL="55080" marR="55080" marT="27540" marB="27540"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nb-NO" sz="1800" dirty="0" err="1"/>
                            <a:t>Meaning</a:t>
                          </a:r>
                          <a:endParaRPr lang="nb-NO" sz="1800" dirty="0"/>
                        </a:p>
                      </a:txBody>
                      <a:tcPr marL="55080" marR="55080" marT="27540" marB="27540"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nb-NO" sz="1800" dirty="0" err="1"/>
                            <a:t>Example</a:t>
                          </a:r>
                          <a:r>
                            <a:rPr lang="nb-NO" sz="1800" dirty="0"/>
                            <a:t> / </a:t>
                          </a:r>
                          <a:r>
                            <a:rPr lang="nb-NO" sz="1800" dirty="0" err="1"/>
                            <a:t>intuition</a:t>
                          </a:r>
                          <a:endParaRPr lang="nb-NO" sz="1800" dirty="0"/>
                        </a:p>
                      </a:txBody>
                      <a:tcPr marL="55080" marR="55080" marT="27540" marB="27540" anchor="ctr"/>
                    </a:tc>
                    <a:extLst>
                      <a:ext uri="{0D108BD9-81ED-4DB2-BD59-A6C34878D82A}">
                        <a16:rowId xmlns:a16="http://schemas.microsoft.com/office/drawing/2014/main" val="3006587135"/>
                      </a:ext>
                    </a:extLst>
                  </a:tr>
                  <a:tr h="550802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nb-NO" sz="1100" b="1" dirty="0"/>
                            <a:t>SR1: Linear </a:t>
                          </a:r>
                          <a:r>
                            <a:rPr lang="nb-NO" sz="1100" b="1" dirty="0" err="1"/>
                            <a:t>regression</a:t>
                          </a:r>
                          <a:r>
                            <a:rPr lang="nb-NO" sz="1100" b="1" dirty="0"/>
                            <a:t> </a:t>
                          </a:r>
                          <a:r>
                            <a:rPr lang="nb-NO" sz="1100" b="1" dirty="0" err="1"/>
                            <a:t>model</a:t>
                          </a:r>
                          <a:r>
                            <a:rPr lang="nb-NO" sz="1100" dirty="0"/>
                            <a:t> </a:t>
                          </a:r>
                        </a:p>
                        <a:p>
                          <a:pPr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nb-NO" sz="11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nb-NO" sz="110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nb-NO" sz="110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nb-NO" sz="110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sSub>
                                  <m:sSubPr>
                                    <m:ctrlPr>
                                      <a:rPr lang="nb-NO" sz="11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nb-NO" sz="1100">
                                        <a:latin typeface="Cambria Math" panose="02040503050406030204" pitchFamily="18" charset="0"/>
                                      </a:rPr>
                                      <m:t>𝛽</m:t>
                                    </m:r>
                                  </m:e>
                                  <m:sub>
                                    <m:r>
                                      <a:rPr lang="nb-NO" sz="110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nb-NO" sz="110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nb-NO" sz="11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nb-NO" sz="1100">
                                        <a:latin typeface="Cambria Math" panose="02040503050406030204" pitchFamily="18" charset="0"/>
                                      </a:rPr>
                                      <m:t>𝛽</m:t>
                                    </m:r>
                                  </m:e>
                                  <m:sub>
                                    <m:r>
                                      <a:rPr lang="nb-NO" sz="110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nb-NO" sz="11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nb-NO" sz="110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nb-NO" sz="110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nb-NO" sz="110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nb-NO" sz="11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nb-NO" sz="1100">
                                        <a:latin typeface="Cambria Math" panose="02040503050406030204" pitchFamily="18" charset="0"/>
                                      </a:rPr>
                                      <m:t>𝑒</m:t>
                                    </m:r>
                                  </m:e>
                                  <m:sub>
                                    <m:r>
                                      <a:rPr lang="nb-NO" sz="110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nb-NO" sz="1100" dirty="0"/>
                        </a:p>
                      </a:txBody>
                      <a:tcPr marL="55080" marR="55080" marT="27540" marB="27540"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nb-NO" sz="1100" dirty="0"/>
                            <a:t>The dependent variable is </a:t>
                          </a:r>
                          <a:r>
                            <a:rPr lang="nb-NO" sz="1100" dirty="0" err="1"/>
                            <a:t>explained</a:t>
                          </a:r>
                          <a:r>
                            <a:rPr lang="nb-NO" sz="1100" dirty="0"/>
                            <a:t> by a linear </a:t>
                          </a:r>
                          <a:r>
                            <a:rPr lang="nb-NO" sz="1100" dirty="0" err="1"/>
                            <a:t>function</a:t>
                          </a:r>
                          <a:r>
                            <a:rPr lang="nb-NO" sz="1100" dirty="0"/>
                            <a:t> </a:t>
                          </a:r>
                          <a:r>
                            <a:rPr lang="nb-NO" sz="1100" dirty="0" err="1"/>
                            <a:t>of</a:t>
                          </a:r>
                          <a:r>
                            <a:rPr lang="nb-NO" sz="1100" dirty="0"/>
                            <a:t>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nb-NO" sz="11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nb-NO" sz="110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nb-NO" sz="110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oMath>
                          </a14:m>
                          <a:r>
                            <a:rPr lang="nb-NO" sz="1100" dirty="0"/>
                            <a:t> </a:t>
                          </a:r>
                          <a:r>
                            <a:rPr lang="nb-NO" sz="1100" dirty="0" err="1"/>
                            <a:t>plus</a:t>
                          </a:r>
                          <a:r>
                            <a:rPr lang="nb-NO" sz="1100" dirty="0"/>
                            <a:t> an </a:t>
                          </a:r>
                          <a:r>
                            <a:rPr lang="nb-NO" sz="1100" dirty="0" err="1"/>
                            <a:t>error</a:t>
                          </a:r>
                          <a:r>
                            <a:rPr lang="nb-NO" sz="1100" dirty="0"/>
                            <a:t> term.</a:t>
                          </a:r>
                        </a:p>
                      </a:txBody>
                      <a:tcPr marL="55080" marR="55080" marT="27540" marB="27540"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nb-NO" sz="1100" dirty="0"/>
                            <a:t>Income </a:t>
                          </a:r>
                          <a:r>
                            <a:rPr lang="nb-NO" sz="1100" dirty="0" err="1"/>
                            <a:t>may</a:t>
                          </a:r>
                          <a:r>
                            <a:rPr lang="nb-NO" sz="1100" dirty="0"/>
                            <a:t> </a:t>
                          </a:r>
                          <a:r>
                            <a:rPr lang="nb-NO" sz="1100" dirty="0" err="1"/>
                            <a:t>explain</a:t>
                          </a:r>
                          <a:r>
                            <a:rPr lang="nb-NO" sz="1100" dirty="0"/>
                            <a:t> part </a:t>
                          </a:r>
                          <a:r>
                            <a:rPr lang="nb-NO" sz="1100" dirty="0" err="1"/>
                            <a:t>of</a:t>
                          </a:r>
                          <a:r>
                            <a:rPr lang="nb-NO" sz="1100" dirty="0"/>
                            <a:t> </a:t>
                          </a:r>
                          <a:r>
                            <a:rPr lang="nb-NO" sz="1100" dirty="0" err="1"/>
                            <a:t>food</a:t>
                          </a:r>
                          <a:r>
                            <a:rPr lang="nb-NO" sz="1100" dirty="0"/>
                            <a:t> </a:t>
                          </a:r>
                          <a:r>
                            <a:rPr lang="nb-NO" sz="1100" dirty="0" err="1"/>
                            <a:t>expenditure</a:t>
                          </a:r>
                          <a:r>
                            <a:rPr lang="nb-NO" sz="1100" dirty="0"/>
                            <a:t>, </a:t>
                          </a:r>
                          <a:r>
                            <a:rPr lang="nb-NO" sz="1100" dirty="0" err="1"/>
                            <a:t>while</a:t>
                          </a:r>
                          <a:r>
                            <a:rPr lang="nb-NO" sz="1100" dirty="0"/>
                            <a:t>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nb-NO" sz="11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nb-NO" sz="1100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b>
                                  <m:r>
                                    <a:rPr lang="nb-NO" sz="110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oMath>
                          </a14:m>
                          <a:r>
                            <a:rPr lang="nb-NO" sz="1100"/>
                            <a:t> captures</a:t>
                          </a:r>
                          <a:r>
                            <a:rPr lang="nb-NO" sz="1100" dirty="0"/>
                            <a:t> </a:t>
                          </a:r>
                          <a:r>
                            <a:rPr lang="nb-NO" sz="1100" dirty="0" err="1"/>
                            <a:t>other</a:t>
                          </a:r>
                          <a:r>
                            <a:rPr lang="nb-NO" sz="1100" dirty="0"/>
                            <a:t> </a:t>
                          </a:r>
                          <a:r>
                            <a:rPr lang="nb-NO" sz="1100" dirty="0" err="1"/>
                            <a:t>influences</a:t>
                          </a:r>
                          <a:r>
                            <a:rPr lang="nb-NO" sz="1100" dirty="0"/>
                            <a:t>.</a:t>
                          </a:r>
                        </a:p>
                      </a:txBody>
                      <a:tcPr marL="55080" marR="55080" marT="27540" marB="27540" anchor="ctr"/>
                    </a:tc>
                    <a:extLst>
                      <a:ext uri="{0D108BD9-81ED-4DB2-BD59-A6C34878D82A}">
                        <a16:rowId xmlns:a16="http://schemas.microsoft.com/office/drawing/2014/main" val="2522950026"/>
                      </a:ext>
                    </a:extLst>
                  </a:tr>
                  <a:tr h="716043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nb-NO" sz="1100" b="1" dirty="0"/>
                            <a:t>SR2: Zero </a:t>
                          </a:r>
                          <a:r>
                            <a:rPr lang="nb-NO" sz="1100" b="1" dirty="0" err="1"/>
                            <a:t>conditional</a:t>
                          </a:r>
                          <a:r>
                            <a:rPr lang="nb-NO" sz="1100" b="1" dirty="0"/>
                            <a:t> </a:t>
                          </a:r>
                          <a:r>
                            <a:rPr lang="nb-NO" sz="1100" b="1" dirty="0" err="1"/>
                            <a:t>mean</a:t>
                          </a:r>
                          <a:r>
                            <a:rPr lang="nb-NO" sz="1100" dirty="0"/>
                            <a:t> </a:t>
                          </a:r>
                        </a:p>
                        <a:p>
                          <a:pPr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nb-NO" sz="1100">
                                    <a:latin typeface="Cambria Math" panose="02040503050406030204" pitchFamily="18" charset="0"/>
                                  </a:rPr>
                                  <m:t>𝐸</m:t>
                                </m:r>
                                <m:d>
                                  <m:dPr>
                                    <m:ctrlPr>
                                      <a:rPr lang="nb-NO" sz="11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nb-NO" sz="11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nb-NO" sz="1100">
                                            <a:latin typeface="Cambria Math" panose="02040503050406030204" pitchFamily="18" charset="0"/>
                                          </a:rPr>
                                          <m:t>𝑒</m:t>
                                        </m:r>
                                      </m:e>
                                      <m:sub>
                                        <m:r>
                                          <a:rPr lang="nb-NO" sz="1100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  <m:r>
                                      <a:rPr lang="nb-NO" sz="1100">
                                        <a:latin typeface="Cambria Math" panose="02040503050406030204" pitchFamily="18" charset="0"/>
                                      </a:rPr>
                                      <m:t>∣</m:t>
                                    </m:r>
                                    <m:r>
                                      <a:rPr lang="nb-NO" sz="110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</m:d>
                                <m:r>
                                  <a:rPr lang="nb-NO" sz="1100">
                                    <a:latin typeface="Cambria Math" panose="02040503050406030204" pitchFamily="18" charset="0"/>
                                  </a:rPr>
                                  <m:t>=0</m:t>
                                </m:r>
                              </m:oMath>
                            </m:oMathPara>
                          </a14:m>
                          <a:endParaRPr lang="nb-NO" sz="1100" dirty="0"/>
                        </a:p>
                      </a:txBody>
                      <a:tcPr marL="55080" marR="55080" marT="27540" marB="27540"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nb-NO" sz="1100"/>
                            <a:t>On average, the error term is zero for every value of </a:t>
                          </a:r>
                          <a14:m>
                            <m:oMath xmlns:m="http://schemas.openxmlformats.org/officeDocument/2006/math">
                              <m:r>
                                <a:rPr lang="nb-NO" sz="110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oMath>
                          </a14:m>
                          <a:r>
                            <a:rPr lang="nb-NO" sz="1100"/>
                            <a:t>.</a:t>
                          </a:r>
                        </a:p>
                      </a:txBody>
                      <a:tcPr marL="55080" marR="55080" marT="27540" marB="27540"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nb-NO" sz="1100"/>
                            <a:t>For households with a given income, omitted factors should not systematically push food expenditure up or down.</a:t>
                          </a:r>
                        </a:p>
                      </a:txBody>
                      <a:tcPr marL="55080" marR="55080" marT="27540" marB="27540" anchor="ctr"/>
                    </a:tc>
                    <a:extLst>
                      <a:ext uri="{0D108BD9-81ED-4DB2-BD59-A6C34878D82A}">
                        <a16:rowId xmlns:a16="http://schemas.microsoft.com/office/drawing/2014/main" val="1174996037"/>
                      </a:ext>
                    </a:extLst>
                  </a:tr>
                  <a:tr h="716043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nb-NO" sz="1100" b="1" dirty="0"/>
                            <a:t>SR3: </a:t>
                          </a:r>
                          <a:r>
                            <a:rPr lang="nb-NO" sz="1100" b="1" dirty="0" err="1"/>
                            <a:t>Constant</a:t>
                          </a:r>
                          <a:r>
                            <a:rPr lang="nb-NO" sz="1100" b="1" dirty="0"/>
                            <a:t> </a:t>
                          </a:r>
                          <a:r>
                            <a:rPr lang="nb-NO" sz="1100" b="1" dirty="0" err="1"/>
                            <a:t>variance</a:t>
                          </a:r>
                          <a:r>
                            <a:rPr lang="nb-NO" sz="1100" dirty="0"/>
                            <a:t> </a:t>
                          </a:r>
                        </a:p>
                        <a:p>
                          <a:pPr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nb-NO" sz="1100">
                                    <a:latin typeface="Cambria Math" panose="02040503050406030204" pitchFamily="18" charset="0"/>
                                  </a:rPr>
                                  <m:t>Var</m:t>
                                </m:r>
                                <m:r>
                                  <a:rPr lang="nb-NO" sz="1100">
                                    <a:latin typeface="Cambria Math" panose="02040503050406030204" pitchFamily="18" charset="0"/>
                                  </a:rPr>
                                  <m:t>⁡</m:t>
                                </m:r>
                                <m:d>
                                  <m:dPr>
                                    <m:ctrlPr>
                                      <a:rPr lang="nb-NO" sz="11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nb-NO" sz="11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nb-NO" sz="1100">
                                            <a:latin typeface="Cambria Math" panose="02040503050406030204" pitchFamily="18" charset="0"/>
                                          </a:rPr>
                                          <m:t>𝑒</m:t>
                                        </m:r>
                                      </m:e>
                                      <m:sub>
                                        <m:r>
                                          <a:rPr lang="nb-NO" sz="1100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  <m:r>
                                      <a:rPr lang="nb-NO" sz="1100">
                                        <a:latin typeface="Cambria Math" panose="02040503050406030204" pitchFamily="18" charset="0"/>
                                      </a:rPr>
                                      <m:t>∣</m:t>
                                    </m:r>
                                    <m:r>
                                      <a:rPr lang="nb-NO" sz="110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</m:d>
                                <m:r>
                                  <a:rPr lang="nb-NO" sz="110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sSup>
                                  <m:sSupPr>
                                    <m:ctrlPr>
                                      <a:rPr lang="nb-NO" sz="11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nb-NO" sz="1100">
                                        <a:latin typeface="Cambria Math" panose="02040503050406030204" pitchFamily="18" charset="0"/>
                                      </a:rPr>
                                      <m:t>𝜎</m:t>
                                    </m:r>
                                  </m:e>
                                  <m:sup>
                                    <m:r>
                                      <a:rPr lang="nb-NO" sz="110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nb-NO" sz="1100" dirty="0"/>
                        </a:p>
                      </a:txBody>
                      <a:tcPr marL="55080" marR="55080" marT="27540" marB="27540"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nb-NO" sz="1100" dirty="0"/>
                            <a:t>The </a:t>
                          </a:r>
                          <a:r>
                            <a:rPr lang="nb-NO" sz="1100" dirty="0" err="1"/>
                            <a:t>variance</a:t>
                          </a:r>
                          <a:r>
                            <a:rPr lang="nb-NO" sz="1100" dirty="0"/>
                            <a:t> </a:t>
                          </a:r>
                          <a:r>
                            <a:rPr lang="nb-NO" sz="1100" dirty="0" err="1"/>
                            <a:t>of</a:t>
                          </a:r>
                          <a:r>
                            <a:rPr lang="nb-NO" sz="1100" dirty="0"/>
                            <a:t> </a:t>
                          </a:r>
                          <a:r>
                            <a:rPr lang="nb-NO" sz="1100" dirty="0" err="1"/>
                            <a:t>the</a:t>
                          </a:r>
                          <a:r>
                            <a:rPr lang="nb-NO" sz="1100" dirty="0"/>
                            <a:t> </a:t>
                          </a:r>
                          <a:r>
                            <a:rPr lang="nb-NO" sz="1100" dirty="0" err="1"/>
                            <a:t>errors</a:t>
                          </a:r>
                          <a:r>
                            <a:rPr lang="nb-NO" sz="1100" dirty="0"/>
                            <a:t> is </a:t>
                          </a:r>
                          <a:r>
                            <a:rPr lang="nb-NO" sz="1100" dirty="0" err="1"/>
                            <a:t>the</a:t>
                          </a:r>
                          <a:r>
                            <a:rPr lang="nb-NO" sz="1100" dirty="0"/>
                            <a:t> same for </a:t>
                          </a:r>
                          <a:r>
                            <a:rPr lang="nb-NO" sz="1100" dirty="0" err="1"/>
                            <a:t>every</a:t>
                          </a:r>
                          <a:r>
                            <a:rPr lang="nb-NO" sz="1100" dirty="0"/>
                            <a:t> </a:t>
                          </a:r>
                          <a:r>
                            <a:rPr lang="nb-NO" sz="1100" dirty="0" err="1"/>
                            <a:t>observation</a:t>
                          </a:r>
                          <a:r>
                            <a:rPr lang="nb-NO" sz="1100" dirty="0"/>
                            <a:t>. This is </a:t>
                          </a:r>
                          <a:r>
                            <a:rPr lang="nb-NO" sz="1100" b="1" dirty="0" err="1"/>
                            <a:t>homoskedasticity</a:t>
                          </a:r>
                          <a:r>
                            <a:rPr lang="nb-NO" sz="1100" dirty="0"/>
                            <a:t>.</a:t>
                          </a:r>
                        </a:p>
                      </a:txBody>
                      <a:tcPr marL="55080" marR="55080" marT="27540" marB="27540"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nb-NO" sz="1100"/>
                            <a:t>The spread of food expenditure around the regression line is similar for low- and high-income households.</a:t>
                          </a:r>
                        </a:p>
                      </a:txBody>
                      <a:tcPr marL="55080" marR="55080" marT="27540" marB="27540" anchor="ctr"/>
                    </a:tc>
                    <a:extLst>
                      <a:ext uri="{0D108BD9-81ED-4DB2-BD59-A6C34878D82A}">
                        <a16:rowId xmlns:a16="http://schemas.microsoft.com/office/drawing/2014/main" val="1426694143"/>
                      </a:ext>
                    </a:extLst>
                  </a:tr>
                  <a:tr h="716043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nb-NO" sz="1100" b="1" dirty="0"/>
                            <a:t>SR4: No </a:t>
                          </a:r>
                          <a:r>
                            <a:rPr lang="nb-NO" sz="1100" b="1" dirty="0" err="1"/>
                            <a:t>correlation</a:t>
                          </a:r>
                          <a:r>
                            <a:rPr lang="nb-NO" sz="1100" b="1" dirty="0"/>
                            <a:t> </a:t>
                          </a:r>
                          <a:r>
                            <a:rPr lang="nb-NO" sz="1100" b="1" dirty="0" err="1"/>
                            <a:t>between</a:t>
                          </a:r>
                          <a:r>
                            <a:rPr lang="nb-NO" sz="1100" b="1" dirty="0"/>
                            <a:t> </a:t>
                          </a:r>
                          <a:r>
                            <a:rPr lang="nb-NO" sz="1100" b="1" dirty="0" err="1"/>
                            <a:t>errors</a:t>
                          </a:r>
                          <a:r>
                            <a:rPr lang="nb-NO" sz="1100" dirty="0"/>
                            <a:t> </a:t>
                          </a:r>
                        </a:p>
                        <a:p>
                          <a:pPr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nb-NO" sz="1100">
                                    <a:latin typeface="Cambria Math" panose="02040503050406030204" pitchFamily="18" charset="0"/>
                                  </a:rPr>
                                  <m:t>Cov</m:t>
                                </m:r>
                                <m:r>
                                  <a:rPr lang="nb-NO" sz="1100">
                                    <a:latin typeface="Cambria Math" panose="02040503050406030204" pitchFamily="18" charset="0"/>
                                  </a:rPr>
                                  <m:t>⁡</m:t>
                                </m:r>
                                <m:d>
                                  <m:dPr>
                                    <m:sepChr m:val=","/>
                                    <m:ctrlPr>
                                      <a:rPr lang="nb-NO" sz="11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nb-NO" sz="11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nb-NO" sz="1100">
                                            <a:latin typeface="Cambria Math" panose="02040503050406030204" pitchFamily="18" charset="0"/>
                                          </a:rPr>
                                          <m:t>𝑒</m:t>
                                        </m:r>
                                      </m:e>
                                      <m:sub>
                                        <m:r>
                                          <a:rPr lang="nb-NO" sz="1100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</m:e>
                                  <m:e>
                                    <m:sSub>
                                      <m:sSubPr>
                                        <m:ctrlPr>
                                          <a:rPr lang="nb-NO" sz="11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nb-NO" sz="1100">
                                            <a:latin typeface="Cambria Math" panose="02040503050406030204" pitchFamily="18" charset="0"/>
                                          </a:rPr>
                                          <m:t>𝑒</m:t>
                                        </m:r>
                                      </m:e>
                                      <m:sub>
                                        <m:r>
                                          <a:rPr lang="nb-NO" sz="1100">
                                            <a:latin typeface="Cambria Math" panose="02040503050406030204" pitchFamily="18" charset="0"/>
                                          </a:rPr>
                                          <m:t>𝑗</m:t>
                                        </m:r>
                                      </m:sub>
                                    </m:sSub>
                                    <m:r>
                                      <a:rPr lang="nb-NO" sz="1100">
                                        <a:latin typeface="Cambria Math" panose="02040503050406030204" pitchFamily="18" charset="0"/>
                                      </a:rPr>
                                      <m:t>∣</m:t>
                                    </m:r>
                                    <m:r>
                                      <a:rPr lang="nb-NO" sz="110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</m:d>
                                <m:r>
                                  <a:rPr lang="nb-NO" sz="1100">
                                    <a:latin typeface="Cambria Math" panose="02040503050406030204" pitchFamily="18" charset="0"/>
                                  </a:rPr>
                                  <m:t>=0,</m:t>
                                </m:r>
                                <m:r>
                                  <m:rPr>
                                    <m:nor/>
                                  </m:rPr>
                                  <a:rPr lang="nb-NO" sz="1100" b="0" i="0"/>
                                  <m:t>  </m:t>
                                </m:r>
                                <m:r>
                                  <a:rPr lang="nb-NO" sz="1100" b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nb-NO" sz="1100" b="0">
                                    <a:latin typeface="Cambria Math" panose="02040503050406030204" pitchFamily="18" charset="0"/>
                                  </a:rPr>
                                  <m:t>≠</m:t>
                                </m:r>
                                <m:r>
                                  <a:rPr lang="nb-NO" sz="1100" b="0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oMath>
                            </m:oMathPara>
                          </a14:m>
                          <a:endParaRPr lang="nb-NO" sz="1100" dirty="0"/>
                        </a:p>
                      </a:txBody>
                      <a:tcPr marL="55080" marR="55080" marT="27540" marB="27540"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nb-NO" sz="1100"/>
                            <a:t>The error for one observation is unrelated to the error for another observation.</a:t>
                          </a:r>
                        </a:p>
                      </a:txBody>
                      <a:tcPr marL="55080" marR="55080" marT="27540" marB="27540"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nb-NO" sz="1100"/>
                            <a:t>An unexpectedly high expenditure for household </a:t>
                          </a:r>
                          <a14:m>
                            <m:oMath xmlns:m="http://schemas.openxmlformats.org/officeDocument/2006/math">
                              <m:r>
                                <a:rPr lang="nb-NO" sz="110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oMath>
                          </a14:m>
                          <a:r>
                            <a:rPr lang="nb-NO" sz="1100"/>
                            <a:t>should not imply a high error for household </a:t>
                          </a:r>
                          <a14:m>
                            <m:oMath xmlns:m="http://schemas.openxmlformats.org/officeDocument/2006/math">
                              <m:r>
                                <a:rPr lang="nb-NO" sz="110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oMath>
                          </a14:m>
                          <a:r>
                            <a:rPr lang="nb-NO" sz="1100"/>
                            <a:t>.</a:t>
                          </a:r>
                        </a:p>
                      </a:txBody>
                      <a:tcPr marL="55080" marR="55080" marT="27540" marB="27540" anchor="ctr"/>
                    </a:tc>
                    <a:extLst>
                      <a:ext uri="{0D108BD9-81ED-4DB2-BD59-A6C34878D82A}">
                        <a16:rowId xmlns:a16="http://schemas.microsoft.com/office/drawing/2014/main" val="3370879569"/>
                      </a:ext>
                    </a:extLst>
                  </a:tr>
                  <a:tr h="716043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nb-NO" sz="1100" b="1" dirty="0"/>
                            <a:t>SR5: </a:t>
                          </a:r>
                          <a:r>
                            <a:rPr lang="nb-NO" sz="1100" b="1" dirty="0" err="1"/>
                            <a:t>Variation</a:t>
                          </a:r>
                          <a:r>
                            <a:rPr lang="nb-NO" sz="1100" b="1" dirty="0"/>
                            <a:t> in x</a:t>
                          </a:r>
                        </a:p>
                        <a:p>
                          <a:pPr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nb-NO" sz="1100" b="0" i="0" smtClean="0">
                                    <a:latin typeface="Cambria Math" panose="02040503050406030204" pitchFamily="18" charset="0"/>
                                  </a:rPr>
                                  <m:t>var</m:t>
                                </m:r>
                                <m:r>
                                  <a:rPr lang="nb-NO" sz="1100" b="0" i="0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nb-NO" sz="110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nb-NO" sz="1100" b="0" i="0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  <m:r>
                                  <a:rPr lang="nb-NO" sz="11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≠0</m:t>
                                </m:r>
                              </m:oMath>
                            </m:oMathPara>
                          </a14:m>
                          <a:endParaRPr lang="nb-NO" sz="1100" dirty="0"/>
                        </a:p>
                        <a:p>
                          <a:pPr>
                            <a:buNone/>
                          </a:pPr>
                          <a:endParaRPr lang="nb-NO" sz="1100" dirty="0"/>
                        </a:p>
                      </a:txBody>
                      <a:tcPr marL="55080" marR="55080" marT="27540" marB="27540"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nb-NO" sz="1100"/>
                            <a:t>The sample must contain at least two different values of </a:t>
                          </a:r>
                          <a14:m>
                            <m:oMath xmlns:m="http://schemas.openxmlformats.org/officeDocument/2006/math">
                              <m:r>
                                <a:rPr lang="nb-NO" sz="110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oMath>
                          </a14:m>
                          <a:r>
                            <a:rPr lang="nb-NO" sz="1100"/>
                            <a:t>.</a:t>
                          </a:r>
                        </a:p>
                      </a:txBody>
                      <a:tcPr marL="55080" marR="55080" marT="27540" marB="27540"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nb-NO" sz="1100"/>
                            <a:t>If every household had exactly the same income, we could not estimate how expenditure changes with income.</a:t>
                          </a:r>
                        </a:p>
                      </a:txBody>
                      <a:tcPr marL="55080" marR="55080" marT="27540" marB="27540" anchor="ctr"/>
                    </a:tc>
                    <a:extLst>
                      <a:ext uri="{0D108BD9-81ED-4DB2-BD59-A6C34878D82A}">
                        <a16:rowId xmlns:a16="http://schemas.microsoft.com/office/drawing/2014/main" val="3576653539"/>
                      </a:ext>
                    </a:extLst>
                  </a:tr>
                  <a:tr h="716043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nb-NO" sz="1100" b="1" dirty="0"/>
                            <a:t>SR6: Normal </a:t>
                          </a:r>
                          <a:r>
                            <a:rPr lang="nb-NO" sz="1100" b="1" dirty="0" err="1"/>
                            <a:t>errors</a:t>
                          </a:r>
                          <a:r>
                            <a:rPr lang="nb-NO" sz="1100" b="1" dirty="0"/>
                            <a:t> (</a:t>
                          </a:r>
                          <a:r>
                            <a:rPr lang="nb-NO" sz="1100" b="1" dirty="0" err="1"/>
                            <a:t>optional</a:t>
                          </a:r>
                          <a:r>
                            <a:rPr lang="nb-NO" sz="1100" b="1" dirty="0"/>
                            <a:t>)</a:t>
                          </a:r>
                          <a:r>
                            <a:rPr lang="nb-NO" sz="1100" dirty="0"/>
                            <a:t> </a:t>
                          </a:r>
                        </a:p>
                        <a:p>
                          <a:pPr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nb-NO" sz="11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nb-NO" sz="1100">
                                        <a:latin typeface="Cambria Math" panose="02040503050406030204" pitchFamily="18" charset="0"/>
                                      </a:rPr>
                                      <m:t>𝑒</m:t>
                                    </m:r>
                                  </m:e>
                                  <m:sub>
                                    <m:r>
                                      <a:rPr lang="nb-NO" sz="110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nb-NO" sz="1100">
                                    <a:latin typeface="Cambria Math" panose="02040503050406030204" pitchFamily="18" charset="0"/>
                                  </a:rPr>
                                  <m:t>∣</m:t>
                                </m:r>
                                <m:r>
                                  <a:rPr lang="nb-NO" sz="110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nb-NO" sz="1100">
                                    <a:latin typeface="Cambria Math" panose="02040503050406030204" pitchFamily="18" charset="0"/>
                                  </a:rPr>
                                  <m:t>∼</m:t>
                                </m:r>
                                <m:r>
                                  <a:rPr lang="nb-NO" sz="1100">
                                    <a:latin typeface="Cambria Math" panose="02040503050406030204" pitchFamily="18" charset="0"/>
                                  </a:rPr>
                                  <m:t>𝑁</m:t>
                                </m:r>
                                <m:d>
                                  <m:dPr>
                                    <m:sepChr m:val=","/>
                                    <m:ctrlPr>
                                      <a:rPr lang="nb-NO" sz="11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nb-NO" sz="110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  <m:e>
                                    <m:sSup>
                                      <m:sSupPr>
                                        <m:ctrlPr>
                                          <a:rPr lang="nb-NO" sz="11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nb-NO" sz="1100">
                                            <a:latin typeface="Cambria Math" panose="02040503050406030204" pitchFamily="18" charset="0"/>
                                          </a:rPr>
                                          <m:t>𝜎</m:t>
                                        </m:r>
                                      </m:e>
                                      <m:sup>
                                        <m:r>
                                          <a:rPr lang="nb-NO" sz="110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e>
                                </m:d>
                              </m:oMath>
                            </m:oMathPara>
                          </a14:m>
                          <a:endParaRPr lang="nb-NO" sz="1100" dirty="0"/>
                        </a:p>
                      </a:txBody>
                      <a:tcPr marL="55080" marR="55080" marT="27540" marB="27540"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nb-NO" sz="1100"/>
                            <a:t>Conditional on </a:t>
                          </a:r>
                          <a14:m>
                            <m:oMath xmlns:m="http://schemas.openxmlformats.org/officeDocument/2006/math">
                              <m:r>
                                <a:rPr lang="nb-NO" sz="110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oMath>
                          </a14:m>
                          <a:r>
                            <a:rPr lang="nb-NO" sz="1100"/>
                            <a:t>, the errors follow a normal distribution. Mainly useful for exact small-sample inference.</a:t>
                          </a:r>
                        </a:p>
                      </a:txBody>
                      <a:tcPr marL="55080" marR="55080" marT="27540" marB="27540"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nb-NO" sz="1100" dirty="0"/>
                            <a:t>For a given </a:t>
                          </a:r>
                          <a:r>
                            <a:rPr lang="nb-NO" sz="1100" dirty="0" err="1"/>
                            <a:t>income</a:t>
                          </a:r>
                          <a:r>
                            <a:rPr lang="nb-NO" sz="1100" dirty="0"/>
                            <a:t>, most </a:t>
                          </a:r>
                          <a:r>
                            <a:rPr lang="nb-NO" sz="1100" dirty="0" err="1"/>
                            <a:t>errors</a:t>
                          </a:r>
                          <a:r>
                            <a:rPr lang="nb-NO" sz="1100" dirty="0"/>
                            <a:t> </a:t>
                          </a:r>
                          <a:r>
                            <a:rPr lang="nb-NO" sz="1100" dirty="0" err="1"/>
                            <a:t>are</a:t>
                          </a:r>
                          <a:r>
                            <a:rPr lang="nb-NO" sz="1100" dirty="0"/>
                            <a:t> </a:t>
                          </a:r>
                          <a:r>
                            <a:rPr lang="nb-NO" sz="1100" dirty="0" err="1"/>
                            <a:t>close</a:t>
                          </a:r>
                          <a:r>
                            <a:rPr lang="nb-NO" sz="1100" dirty="0"/>
                            <a:t> to zero, </a:t>
                          </a:r>
                          <a:r>
                            <a:rPr lang="nb-NO" sz="1100" dirty="0" err="1"/>
                            <a:t>with</a:t>
                          </a:r>
                          <a:r>
                            <a:rPr lang="nb-NO" sz="1100" dirty="0"/>
                            <a:t> </a:t>
                          </a:r>
                          <a:r>
                            <a:rPr lang="nb-NO" sz="1100" dirty="0" err="1"/>
                            <a:t>increasingly</a:t>
                          </a:r>
                          <a:r>
                            <a:rPr lang="nb-NO" sz="1100" dirty="0"/>
                            <a:t> </a:t>
                          </a:r>
                          <a:r>
                            <a:rPr lang="nb-NO" sz="1100" dirty="0" err="1"/>
                            <a:t>fewer</a:t>
                          </a:r>
                          <a:r>
                            <a:rPr lang="nb-NO" sz="1100" dirty="0"/>
                            <a:t> </a:t>
                          </a:r>
                          <a:r>
                            <a:rPr lang="nb-NO" sz="1100" dirty="0" err="1"/>
                            <a:t>large</a:t>
                          </a:r>
                          <a:r>
                            <a:rPr lang="nb-NO" sz="1100" dirty="0"/>
                            <a:t> positive or negative </a:t>
                          </a:r>
                          <a:r>
                            <a:rPr lang="nb-NO" sz="1100" dirty="0" err="1"/>
                            <a:t>errors</a:t>
                          </a:r>
                          <a:r>
                            <a:rPr lang="nb-NO" sz="1100" dirty="0"/>
                            <a:t>.</a:t>
                          </a:r>
                        </a:p>
                      </a:txBody>
                      <a:tcPr marL="55080" marR="55080" marT="27540" marB="27540" anchor="ctr"/>
                    </a:tc>
                    <a:extLst>
                      <a:ext uri="{0D108BD9-81ED-4DB2-BD59-A6C34878D82A}">
                        <a16:rowId xmlns:a16="http://schemas.microsoft.com/office/drawing/2014/main" val="47159529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Tabell 4">
                <a:extLst>
                  <a:ext uri="{FF2B5EF4-FFF2-40B4-BE49-F238E27FC236}">
                    <a16:creationId xmlns:a16="http://schemas.microsoft.com/office/drawing/2014/main" id="{B5444B08-B48E-C575-1BE3-BB978E97D88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666754747"/>
                  </p:ext>
                </p:extLst>
              </p:nvPr>
            </p:nvGraphicFramePr>
            <p:xfrm>
              <a:off x="838199" y="1796834"/>
              <a:ext cx="10515600" cy="4460417"/>
            </p:xfrm>
            <a:graphic>
              <a:graphicData uri="http://schemas.openxmlformats.org/drawingml/2006/table">
                <a:tbl>
                  <a:tblPr>
                    <a:tableStyleId>{8EC20E35-A176-4012-BC5E-935CFFF8708E}</a:tableStyleId>
                  </a:tblPr>
                  <a:tblGrid>
                    <a:gridCol w="3505200">
                      <a:extLst>
                        <a:ext uri="{9D8B030D-6E8A-4147-A177-3AD203B41FA5}">
                          <a16:colId xmlns:a16="http://schemas.microsoft.com/office/drawing/2014/main" val="3954159365"/>
                        </a:ext>
                      </a:extLst>
                    </a:gridCol>
                    <a:gridCol w="3505200">
                      <a:extLst>
                        <a:ext uri="{9D8B030D-6E8A-4147-A177-3AD203B41FA5}">
                          <a16:colId xmlns:a16="http://schemas.microsoft.com/office/drawing/2014/main" val="1637650119"/>
                        </a:ext>
                      </a:extLst>
                    </a:gridCol>
                    <a:gridCol w="3505200">
                      <a:extLst>
                        <a:ext uri="{9D8B030D-6E8A-4147-A177-3AD203B41FA5}">
                          <a16:colId xmlns:a16="http://schemas.microsoft.com/office/drawing/2014/main" val="2251227469"/>
                        </a:ext>
                      </a:extLst>
                    </a:gridCol>
                  </a:tblGrid>
                  <a:tr h="32940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nb-NO" sz="1800" dirty="0" err="1"/>
                            <a:t>Rule</a:t>
                          </a:r>
                          <a:endParaRPr lang="nb-NO" sz="1800" dirty="0"/>
                        </a:p>
                      </a:txBody>
                      <a:tcPr marL="55080" marR="55080" marT="27540" marB="27540"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nb-NO" sz="1800" dirty="0" err="1"/>
                            <a:t>Meaning</a:t>
                          </a:r>
                          <a:endParaRPr lang="nb-NO" sz="1800" dirty="0"/>
                        </a:p>
                      </a:txBody>
                      <a:tcPr marL="55080" marR="55080" marT="27540" marB="27540"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nb-NO" sz="1800" dirty="0" err="1"/>
                            <a:t>Example</a:t>
                          </a:r>
                          <a:r>
                            <a:rPr lang="nb-NO" sz="1800" dirty="0"/>
                            <a:t> / </a:t>
                          </a:r>
                          <a:r>
                            <a:rPr lang="nb-NO" sz="1800" dirty="0" err="1"/>
                            <a:t>intuition</a:t>
                          </a:r>
                          <a:endParaRPr lang="nb-NO" sz="1800" dirty="0"/>
                        </a:p>
                      </a:txBody>
                      <a:tcPr marL="55080" marR="55080" marT="27540" marB="27540" anchor="ctr"/>
                    </a:tc>
                    <a:extLst>
                      <a:ext uri="{0D108BD9-81ED-4DB2-BD59-A6C34878D82A}">
                        <a16:rowId xmlns:a16="http://schemas.microsoft.com/office/drawing/2014/main" val="3006587135"/>
                      </a:ext>
                    </a:extLst>
                  </a:tr>
                  <a:tr h="550802">
                    <a:tc>
                      <a:txBody>
                        <a:bodyPr/>
                        <a:lstStyle/>
                        <a:p>
                          <a:endParaRPr lang="nb-NO"/>
                        </a:p>
                      </a:txBody>
                      <a:tcPr marL="55080" marR="55080" marT="27540" marB="27540" anchor="ctr">
                        <a:blipFill>
                          <a:blip r:embed="rId2"/>
                          <a:stretch>
                            <a:fillRect t="-68132" r="-200522" b="-64835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nb-NO"/>
                        </a:p>
                      </a:txBody>
                      <a:tcPr marL="55080" marR="55080" marT="27540" marB="27540" anchor="ctr">
                        <a:blipFill>
                          <a:blip r:embed="rId2"/>
                          <a:stretch>
                            <a:fillRect l="-99826" t="-68132" r="-100174" b="-64835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nb-NO"/>
                        </a:p>
                      </a:txBody>
                      <a:tcPr marL="55080" marR="55080" marT="27540" marB="27540" anchor="ctr">
                        <a:blipFill>
                          <a:blip r:embed="rId2"/>
                          <a:stretch>
                            <a:fillRect l="-200174" t="-68132" r="-348" b="-64835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22950026"/>
                      </a:ext>
                    </a:extLst>
                  </a:tr>
                  <a:tr h="716043">
                    <a:tc>
                      <a:txBody>
                        <a:bodyPr/>
                        <a:lstStyle/>
                        <a:p>
                          <a:endParaRPr lang="nb-NO"/>
                        </a:p>
                      </a:txBody>
                      <a:tcPr marL="55080" marR="55080" marT="27540" marB="27540" anchor="ctr">
                        <a:blipFill>
                          <a:blip r:embed="rId2"/>
                          <a:stretch>
                            <a:fillRect t="-130769" r="-200522" b="-40427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nb-NO"/>
                        </a:p>
                      </a:txBody>
                      <a:tcPr marL="55080" marR="55080" marT="27540" marB="27540" anchor="ctr">
                        <a:blipFill>
                          <a:blip r:embed="rId2"/>
                          <a:stretch>
                            <a:fillRect l="-99826" t="-130769" r="-100174" b="-40427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nb-NO" sz="1100"/>
                            <a:t>For households with a given income, omitted factors should not systematically push food expenditure up or down.</a:t>
                          </a:r>
                        </a:p>
                      </a:txBody>
                      <a:tcPr marL="55080" marR="55080" marT="27540" marB="27540" anchor="ctr"/>
                    </a:tc>
                    <a:extLst>
                      <a:ext uri="{0D108BD9-81ED-4DB2-BD59-A6C34878D82A}">
                        <a16:rowId xmlns:a16="http://schemas.microsoft.com/office/drawing/2014/main" val="1174996037"/>
                      </a:ext>
                    </a:extLst>
                  </a:tr>
                  <a:tr h="716043">
                    <a:tc>
                      <a:txBody>
                        <a:bodyPr/>
                        <a:lstStyle/>
                        <a:p>
                          <a:endParaRPr lang="nb-NO"/>
                        </a:p>
                      </a:txBody>
                      <a:tcPr marL="55080" marR="55080" marT="27540" marB="27540" anchor="ctr">
                        <a:blipFill>
                          <a:blip r:embed="rId2"/>
                          <a:stretch>
                            <a:fillRect t="-228814" r="-200522" b="-30084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nb-NO" sz="1100" dirty="0"/>
                            <a:t>The </a:t>
                          </a:r>
                          <a:r>
                            <a:rPr lang="nb-NO" sz="1100" dirty="0" err="1"/>
                            <a:t>variance</a:t>
                          </a:r>
                          <a:r>
                            <a:rPr lang="nb-NO" sz="1100" dirty="0"/>
                            <a:t> </a:t>
                          </a:r>
                          <a:r>
                            <a:rPr lang="nb-NO" sz="1100" dirty="0" err="1"/>
                            <a:t>of</a:t>
                          </a:r>
                          <a:r>
                            <a:rPr lang="nb-NO" sz="1100" dirty="0"/>
                            <a:t> </a:t>
                          </a:r>
                          <a:r>
                            <a:rPr lang="nb-NO" sz="1100" dirty="0" err="1"/>
                            <a:t>the</a:t>
                          </a:r>
                          <a:r>
                            <a:rPr lang="nb-NO" sz="1100" dirty="0"/>
                            <a:t> </a:t>
                          </a:r>
                          <a:r>
                            <a:rPr lang="nb-NO" sz="1100" dirty="0" err="1"/>
                            <a:t>errors</a:t>
                          </a:r>
                          <a:r>
                            <a:rPr lang="nb-NO" sz="1100" dirty="0"/>
                            <a:t> is </a:t>
                          </a:r>
                          <a:r>
                            <a:rPr lang="nb-NO" sz="1100" dirty="0" err="1"/>
                            <a:t>the</a:t>
                          </a:r>
                          <a:r>
                            <a:rPr lang="nb-NO" sz="1100" dirty="0"/>
                            <a:t> same for </a:t>
                          </a:r>
                          <a:r>
                            <a:rPr lang="nb-NO" sz="1100" dirty="0" err="1"/>
                            <a:t>every</a:t>
                          </a:r>
                          <a:r>
                            <a:rPr lang="nb-NO" sz="1100" dirty="0"/>
                            <a:t> </a:t>
                          </a:r>
                          <a:r>
                            <a:rPr lang="nb-NO" sz="1100" dirty="0" err="1"/>
                            <a:t>observation</a:t>
                          </a:r>
                          <a:r>
                            <a:rPr lang="nb-NO" sz="1100" dirty="0"/>
                            <a:t>. This is </a:t>
                          </a:r>
                          <a:r>
                            <a:rPr lang="nb-NO" sz="1100" b="1" dirty="0" err="1"/>
                            <a:t>homoskedasticity</a:t>
                          </a:r>
                          <a:r>
                            <a:rPr lang="nb-NO" sz="1100" dirty="0"/>
                            <a:t>.</a:t>
                          </a:r>
                        </a:p>
                      </a:txBody>
                      <a:tcPr marL="55080" marR="55080" marT="27540" marB="27540"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nb-NO" sz="1100"/>
                            <a:t>The spread of food expenditure around the regression line is similar for low- and high-income households.</a:t>
                          </a:r>
                        </a:p>
                      </a:txBody>
                      <a:tcPr marL="55080" marR="55080" marT="27540" marB="27540" anchor="ctr"/>
                    </a:tc>
                    <a:extLst>
                      <a:ext uri="{0D108BD9-81ED-4DB2-BD59-A6C34878D82A}">
                        <a16:rowId xmlns:a16="http://schemas.microsoft.com/office/drawing/2014/main" val="1426694143"/>
                      </a:ext>
                    </a:extLst>
                  </a:tr>
                  <a:tr h="716043">
                    <a:tc>
                      <a:txBody>
                        <a:bodyPr/>
                        <a:lstStyle/>
                        <a:p>
                          <a:endParaRPr lang="nb-NO"/>
                        </a:p>
                      </a:txBody>
                      <a:tcPr marL="55080" marR="55080" marT="27540" marB="27540" anchor="ctr">
                        <a:blipFill>
                          <a:blip r:embed="rId2"/>
                          <a:stretch>
                            <a:fillRect t="-328814" r="-200522" b="-20084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nb-NO" sz="1100"/>
                            <a:t>The error for one observation is unrelated to the error for another observation.</a:t>
                          </a:r>
                        </a:p>
                      </a:txBody>
                      <a:tcPr marL="55080" marR="55080" marT="27540" marB="27540" anchor="ctr"/>
                    </a:tc>
                    <a:tc>
                      <a:txBody>
                        <a:bodyPr/>
                        <a:lstStyle/>
                        <a:p>
                          <a:endParaRPr lang="nb-NO"/>
                        </a:p>
                      </a:txBody>
                      <a:tcPr marL="55080" marR="55080" marT="27540" marB="27540" anchor="ctr">
                        <a:blipFill>
                          <a:blip r:embed="rId2"/>
                          <a:stretch>
                            <a:fillRect l="-200174" t="-328814" r="-348" b="-20084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70879569"/>
                      </a:ext>
                    </a:extLst>
                  </a:tr>
                  <a:tr h="716043">
                    <a:tc>
                      <a:txBody>
                        <a:bodyPr/>
                        <a:lstStyle/>
                        <a:p>
                          <a:endParaRPr lang="nb-NO"/>
                        </a:p>
                      </a:txBody>
                      <a:tcPr marL="55080" marR="55080" marT="27540" marB="27540" anchor="ctr">
                        <a:blipFill>
                          <a:blip r:embed="rId2"/>
                          <a:stretch>
                            <a:fillRect t="-432479" r="-200522" b="-10256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nb-NO"/>
                        </a:p>
                      </a:txBody>
                      <a:tcPr marL="55080" marR="55080" marT="27540" marB="27540" anchor="ctr">
                        <a:blipFill>
                          <a:blip r:embed="rId2"/>
                          <a:stretch>
                            <a:fillRect l="-99826" t="-432479" r="-100174" b="-10256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nb-NO" sz="1100"/>
                            <a:t>If every household had exactly the same income, we could not estimate how expenditure changes with income.</a:t>
                          </a:r>
                        </a:p>
                      </a:txBody>
                      <a:tcPr marL="55080" marR="55080" marT="27540" marB="27540" anchor="ctr"/>
                    </a:tc>
                    <a:extLst>
                      <a:ext uri="{0D108BD9-81ED-4DB2-BD59-A6C34878D82A}">
                        <a16:rowId xmlns:a16="http://schemas.microsoft.com/office/drawing/2014/main" val="3576653539"/>
                      </a:ext>
                    </a:extLst>
                  </a:tr>
                  <a:tr h="716043">
                    <a:tc>
                      <a:txBody>
                        <a:bodyPr/>
                        <a:lstStyle/>
                        <a:p>
                          <a:endParaRPr lang="nb-NO"/>
                        </a:p>
                      </a:txBody>
                      <a:tcPr marL="55080" marR="55080" marT="27540" marB="27540" anchor="ctr">
                        <a:blipFill>
                          <a:blip r:embed="rId2"/>
                          <a:stretch>
                            <a:fillRect t="-527966" r="-200522" b="-169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nb-NO"/>
                        </a:p>
                      </a:txBody>
                      <a:tcPr marL="55080" marR="55080" marT="27540" marB="27540" anchor="ctr">
                        <a:blipFill>
                          <a:blip r:embed="rId2"/>
                          <a:stretch>
                            <a:fillRect l="-99826" t="-527966" r="-100174" b="-169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nb-NO" sz="1100" dirty="0"/>
                            <a:t>For a given </a:t>
                          </a:r>
                          <a:r>
                            <a:rPr lang="nb-NO" sz="1100" dirty="0" err="1"/>
                            <a:t>income</a:t>
                          </a:r>
                          <a:r>
                            <a:rPr lang="nb-NO" sz="1100" dirty="0"/>
                            <a:t>, most </a:t>
                          </a:r>
                          <a:r>
                            <a:rPr lang="nb-NO" sz="1100" dirty="0" err="1"/>
                            <a:t>errors</a:t>
                          </a:r>
                          <a:r>
                            <a:rPr lang="nb-NO" sz="1100" dirty="0"/>
                            <a:t> </a:t>
                          </a:r>
                          <a:r>
                            <a:rPr lang="nb-NO" sz="1100" dirty="0" err="1"/>
                            <a:t>are</a:t>
                          </a:r>
                          <a:r>
                            <a:rPr lang="nb-NO" sz="1100" dirty="0"/>
                            <a:t> </a:t>
                          </a:r>
                          <a:r>
                            <a:rPr lang="nb-NO" sz="1100" dirty="0" err="1"/>
                            <a:t>close</a:t>
                          </a:r>
                          <a:r>
                            <a:rPr lang="nb-NO" sz="1100" dirty="0"/>
                            <a:t> to zero, </a:t>
                          </a:r>
                          <a:r>
                            <a:rPr lang="nb-NO" sz="1100" dirty="0" err="1"/>
                            <a:t>with</a:t>
                          </a:r>
                          <a:r>
                            <a:rPr lang="nb-NO" sz="1100" dirty="0"/>
                            <a:t> </a:t>
                          </a:r>
                          <a:r>
                            <a:rPr lang="nb-NO" sz="1100" dirty="0" err="1"/>
                            <a:t>increasingly</a:t>
                          </a:r>
                          <a:r>
                            <a:rPr lang="nb-NO" sz="1100" dirty="0"/>
                            <a:t> </a:t>
                          </a:r>
                          <a:r>
                            <a:rPr lang="nb-NO" sz="1100" dirty="0" err="1"/>
                            <a:t>fewer</a:t>
                          </a:r>
                          <a:r>
                            <a:rPr lang="nb-NO" sz="1100" dirty="0"/>
                            <a:t> </a:t>
                          </a:r>
                          <a:r>
                            <a:rPr lang="nb-NO" sz="1100" dirty="0" err="1"/>
                            <a:t>large</a:t>
                          </a:r>
                          <a:r>
                            <a:rPr lang="nb-NO" sz="1100" dirty="0"/>
                            <a:t> positive or negative </a:t>
                          </a:r>
                          <a:r>
                            <a:rPr lang="nb-NO" sz="1100" dirty="0" err="1"/>
                            <a:t>errors</a:t>
                          </a:r>
                          <a:r>
                            <a:rPr lang="nb-NO" sz="1100" dirty="0"/>
                            <a:t>.</a:t>
                          </a:r>
                        </a:p>
                      </a:txBody>
                      <a:tcPr marL="55080" marR="55080" marT="27540" marB="27540" anchor="ctr"/>
                    </a:tc>
                    <a:extLst>
                      <a:ext uri="{0D108BD9-81ED-4DB2-BD59-A6C34878D82A}">
                        <a16:rowId xmlns:a16="http://schemas.microsoft.com/office/drawing/2014/main" val="471595294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7494788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tel 5">
            <a:extLst>
              <a:ext uri="{FF2B5EF4-FFF2-40B4-BE49-F238E27FC236}">
                <a16:creationId xmlns:a16="http://schemas.microsoft.com/office/drawing/2014/main" id="{29F86719-0F6B-FDD6-C8DE-65E2970C0A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Terminology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8" name="Plassholder for innhold 7">
                <a:extLst>
                  <a:ext uri="{FF2B5EF4-FFF2-40B4-BE49-F238E27FC236}">
                    <a16:creationId xmlns:a16="http://schemas.microsoft.com/office/drawing/2014/main" id="{9E3780F7-D226-DBF9-6EBD-08E722CC86A1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1431951002"/>
                  </p:ext>
                </p:extLst>
              </p:nvPr>
            </p:nvGraphicFramePr>
            <p:xfrm>
              <a:off x="838200" y="1937850"/>
              <a:ext cx="10515600" cy="3108960"/>
            </p:xfrm>
            <a:graphic>
              <a:graphicData uri="http://schemas.openxmlformats.org/drawingml/2006/table">
                <a:tbl>
                  <a:tblPr>
                    <a:tableStyleId>{8EC20E35-A176-4012-BC5E-935CFFF8708E}</a:tableStyleId>
                  </a:tblPr>
                  <a:tblGrid>
                    <a:gridCol w="1455420">
                      <a:extLst>
                        <a:ext uri="{9D8B030D-6E8A-4147-A177-3AD203B41FA5}">
                          <a16:colId xmlns:a16="http://schemas.microsoft.com/office/drawing/2014/main" val="3145497172"/>
                        </a:ext>
                      </a:extLst>
                    </a:gridCol>
                    <a:gridCol w="2301240">
                      <a:extLst>
                        <a:ext uri="{9D8B030D-6E8A-4147-A177-3AD203B41FA5}">
                          <a16:colId xmlns:a16="http://schemas.microsoft.com/office/drawing/2014/main" val="2658624486"/>
                        </a:ext>
                      </a:extLst>
                    </a:gridCol>
                    <a:gridCol w="2903220">
                      <a:extLst>
                        <a:ext uri="{9D8B030D-6E8A-4147-A177-3AD203B41FA5}">
                          <a16:colId xmlns:a16="http://schemas.microsoft.com/office/drawing/2014/main" val="3850482539"/>
                        </a:ext>
                      </a:extLst>
                    </a:gridCol>
                    <a:gridCol w="3855720">
                      <a:extLst>
                        <a:ext uri="{9D8B030D-6E8A-4147-A177-3AD203B41FA5}">
                          <a16:colId xmlns:a16="http://schemas.microsoft.com/office/drawing/2014/main" val="1802431174"/>
                        </a:ext>
                      </a:extLst>
                    </a:gridCol>
                  </a:tblGrid>
                  <a:tr h="0"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nb-NO" b="1" dirty="0" err="1"/>
                            <a:t>Concept</a:t>
                          </a:r>
                          <a:endParaRPr lang="nb-NO" b="1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nb-NO" b="1" dirty="0" err="1"/>
                            <a:t>Mean</a:t>
                          </a:r>
                          <a:r>
                            <a:rPr lang="nb-NO" b="1" dirty="0"/>
                            <a:t> </a:t>
                          </a:r>
                          <a:r>
                            <a:rPr lang="nb-NO" b="1" dirty="0" err="1"/>
                            <a:t>example</a:t>
                          </a:r>
                          <a:endParaRPr lang="nb-NO" b="1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nb-NO" b="1" dirty="0" err="1"/>
                            <a:t>Example</a:t>
                          </a:r>
                          <a:endParaRPr lang="nb-NO" b="1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nb-NO" b="1" dirty="0" err="1"/>
                            <a:t>What</a:t>
                          </a:r>
                          <a:r>
                            <a:rPr lang="nb-NO" b="1" dirty="0"/>
                            <a:t> is it?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716953428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nb-NO" b="0" dirty="0"/>
                            <a:t>Parameter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nb-NO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nb-NO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𝜇</m:t>
                                    </m:r>
                                  </m:e>
                                  <m:sub>
                                    <m:r>
                                      <a:rPr lang="nb-NO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nb-NO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nb-NO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nb-NO">
                                        <a:latin typeface="Cambria Math" panose="02040503050406030204" pitchFamily="18" charset="0"/>
                                      </a:rPr>
                                      <m:t>𝛽</m:t>
                                    </m:r>
                                  </m:e>
                                  <m:sub>
                                    <m:r>
                                      <a:rPr lang="nb-NO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nb-NO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nb-NO" dirty="0"/>
                            <a:t>An </a:t>
                          </a:r>
                          <a:r>
                            <a:rPr lang="nb-NO" dirty="0" err="1"/>
                            <a:t>unknown</a:t>
                          </a:r>
                          <a:r>
                            <a:rPr lang="nb-NO" dirty="0"/>
                            <a:t> </a:t>
                          </a:r>
                          <a:r>
                            <a:rPr lang="nb-NO" dirty="0" err="1"/>
                            <a:t>constant</a:t>
                          </a:r>
                          <a:r>
                            <a:rPr lang="nb-NO" dirty="0"/>
                            <a:t> in </a:t>
                          </a:r>
                          <a:r>
                            <a:rPr lang="nb-NO" dirty="0" err="1"/>
                            <a:t>the</a:t>
                          </a:r>
                          <a:r>
                            <a:rPr lang="nb-NO" dirty="0"/>
                            <a:t> </a:t>
                          </a:r>
                          <a:r>
                            <a:rPr lang="nb-NO" dirty="0" err="1"/>
                            <a:t>population</a:t>
                          </a:r>
                          <a:r>
                            <a:rPr lang="nb-NO" dirty="0"/>
                            <a:t>.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67255137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nb-NO" b="0" dirty="0"/>
                            <a:t>Estimator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̅"/>
                                    <m:ctrlPr>
                                      <a:rPr lang="nb-NO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nb-NO" b="0" i="1" smtClean="0"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</m:e>
                                </m:acc>
                                <m:r>
                                  <a:rPr lang="nb-NO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f>
                                  <m:fPr>
                                    <m:ctrlPr>
                                      <a:rPr lang="nb-NO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nb-NO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nb-NO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den>
                                </m:f>
                                <m:nary>
                                  <m:naryPr>
                                    <m:chr m:val="∑"/>
                                    <m:ctrlPr>
                                      <a:rPr lang="nb-NO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m:rPr>
                                        <m:brk m:alnAt="23"/>
                                      </m:rPr>
                                      <a:rPr lang="nb-NO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lang="nb-NO" b="0" i="1" smtClean="0">
                                        <a:latin typeface="Cambria Math" panose="02040503050406030204" pitchFamily="18" charset="0"/>
                                      </a:rPr>
                                      <m:t>=1</m:t>
                                    </m:r>
                                  </m:sub>
                                  <m:sup>
                                    <m:r>
                                      <a:rPr lang="nb-NO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p>
                                  <m:e>
                                    <m:sSub>
                                      <m:sSubPr>
                                        <m:ctrlPr>
                                          <a:rPr lang="nb-NO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nb-NO" b="0" i="1" smtClean="0">
                                            <a:latin typeface="Cambria Math" panose="02040503050406030204" pitchFamily="18" charset="0"/>
                                          </a:rPr>
                                          <m:t>𝑋</m:t>
                                        </m:r>
                                      </m:e>
                                      <m:sub>
                                        <m:r>
                                          <a:rPr lang="nb-NO" b="0" i="1" smtClean="0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</m:e>
                                </m:nary>
                              </m:oMath>
                            </m:oMathPara>
                          </a14:m>
                          <a:endParaRPr lang="nb-NO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nb-NO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nb-NO"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  <m:sub>
                                    <m:r>
                                      <a:rPr lang="nb-NO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nb-NO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f>
                                  <m:fPr>
                                    <m:ctrlPr>
                                      <a:rPr lang="nb-NO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nary>
                                      <m:naryPr>
                                        <m:chr m:val="∑"/>
                                        <m:grow m:val="on"/>
                                        <m:subHide m:val="on"/>
                                        <m:supHide m:val="on"/>
                                        <m:ctrlPr>
                                          <a:rPr lang="nb-NO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naryPr>
                                      <m:sub/>
                                      <m:sup/>
                                      <m:e>
                                        <m:r>
                                          <a:rPr lang="nb-NO">
                                            <a:latin typeface="Cambria Math" panose="02040503050406030204" pitchFamily="18" charset="0"/>
                                          </a:rPr>
                                          <m:t>(</m:t>
                                        </m:r>
                                      </m:e>
                                    </m:nary>
                                    <m:d>
                                      <m:dPr>
                                        <m:begChr m:val=""/>
                                        <m:ctrlPr>
                                          <a:rPr lang="nb-NO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b>
                                          <m:sSubPr>
                                            <m:ctrlPr>
                                              <a:rPr lang="nb-NO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nb-NO">
                                                <a:latin typeface="Cambria Math" panose="02040503050406030204" pitchFamily="18" charset="0"/>
                                              </a:rPr>
                                              <m:t>𝑥</m:t>
                                            </m:r>
                                          </m:e>
                                          <m:sub>
                                            <m:r>
                                              <a:rPr lang="nb-NO">
                                                <a:latin typeface="Cambria Math" panose="02040503050406030204" pitchFamily="18" charset="0"/>
                                              </a:rPr>
                                              <m:t>𝑖</m:t>
                                            </m:r>
                                          </m:sub>
                                        </m:sSub>
                                        <m:r>
                                          <a:rPr lang="nb-NO">
                                            <a:latin typeface="Cambria Math" panose="02040503050406030204" pitchFamily="18" charset="0"/>
                                          </a:rPr>
                                          <m:t>−</m:t>
                                        </m:r>
                                        <m:acc>
                                          <m:accPr>
                                            <m:chr m:val="̅"/>
                                            <m:ctrlPr>
                                              <a:rPr lang="nb-NO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accPr>
                                          <m:e>
                                            <m:r>
                                              <a:rPr lang="nb-NO">
                                                <a:latin typeface="Cambria Math" panose="02040503050406030204" pitchFamily="18" charset="0"/>
                                              </a:rPr>
                                              <m:t>𝑥</m:t>
                                            </m:r>
                                          </m:e>
                                        </m:acc>
                                      </m:e>
                                    </m:d>
                                    <m:d>
                                      <m:dPr>
                                        <m:ctrlPr>
                                          <a:rPr lang="nb-NO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b>
                                          <m:sSubPr>
                                            <m:ctrlPr>
                                              <a:rPr lang="nb-NO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nb-NO">
                                                <a:latin typeface="Cambria Math" panose="02040503050406030204" pitchFamily="18" charset="0"/>
                                              </a:rPr>
                                              <m:t>𝑦</m:t>
                                            </m:r>
                                          </m:e>
                                          <m:sub>
                                            <m:r>
                                              <a:rPr lang="nb-NO">
                                                <a:latin typeface="Cambria Math" panose="02040503050406030204" pitchFamily="18" charset="0"/>
                                              </a:rPr>
                                              <m:t>𝑖</m:t>
                                            </m:r>
                                          </m:sub>
                                        </m:sSub>
                                        <m:r>
                                          <a:rPr lang="nb-NO">
                                            <a:latin typeface="Cambria Math" panose="02040503050406030204" pitchFamily="18" charset="0"/>
                                          </a:rPr>
                                          <m:t>−</m:t>
                                        </m:r>
                                        <m:acc>
                                          <m:accPr>
                                            <m:chr m:val="̅"/>
                                            <m:ctrlPr>
                                              <a:rPr lang="nb-NO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accPr>
                                          <m:e>
                                            <m:r>
                                              <a:rPr lang="nb-NO">
                                                <a:latin typeface="Cambria Math" panose="02040503050406030204" pitchFamily="18" charset="0"/>
                                              </a:rPr>
                                              <m:t>𝑦</m:t>
                                            </m:r>
                                          </m:e>
                                        </m:acc>
                                      </m:e>
                                    </m:d>
                                  </m:num>
                                  <m:den>
                                    <m:nary>
                                      <m:naryPr>
                                        <m:chr m:val="∑"/>
                                        <m:grow m:val="on"/>
                                        <m:subHide m:val="on"/>
                                        <m:supHide m:val="on"/>
                                        <m:ctrlPr>
                                          <a:rPr lang="nb-NO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naryPr>
                                      <m:sub/>
                                      <m:sup/>
                                      <m:e>
                                        <m:r>
                                          <a:rPr lang="nb-NO">
                                            <a:latin typeface="Cambria Math" panose="02040503050406030204" pitchFamily="18" charset="0"/>
                                          </a:rPr>
                                          <m:t>(</m:t>
                                        </m:r>
                                      </m:e>
                                    </m:nary>
                                    <m:d>
                                      <m:dPr>
                                        <m:begChr m:val=""/>
                                        <m:endChr m:val=""/>
                                        <m:ctrlPr>
                                          <a:rPr lang="nb-NO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b>
                                          <m:sSubPr>
                                            <m:ctrlPr>
                                              <a:rPr lang="nb-NO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nb-NO">
                                                <a:latin typeface="Cambria Math" panose="02040503050406030204" pitchFamily="18" charset="0"/>
                                              </a:rPr>
                                              <m:t>𝑥</m:t>
                                            </m:r>
                                          </m:e>
                                          <m:sub>
                                            <m:r>
                                              <a:rPr lang="nb-NO">
                                                <a:latin typeface="Cambria Math" panose="02040503050406030204" pitchFamily="18" charset="0"/>
                                              </a:rPr>
                                              <m:t>𝑖</m:t>
                                            </m:r>
                                          </m:sub>
                                        </m:sSub>
                                        <m:r>
                                          <a:rPr lang="nb-NO">
                                            <a:latin typeface="Cambria Math" panose="02040503050406030204" pitchFamily="18" charset="0"/>
                                          </a:rPr>
                                          <m:t>−</m:t>
                                        </m:r>
                                        <m:acc>
                                          <m:accPr>
                                            <m:chr m:val="̅"/>
                                            <m:ctrlPr>
                                              <a:rPr lang="nb-NO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accPr>
                                          <m:e>
                                            <m:r>
                                              <a:rPr lang="nb-NO">
                                                <a:latin typeface="Cambria Math" panose="02040503050406030204" pitchFamily="18" charset="0"/>
                                              </a:rPr>
                                              <m:t>𝑥</m:t>
                                            </m:r>
                                          </m:e>
                                        </m:acc>
                                        <m:sSup>
                                          <m:sSupPr>
                                            <m:ctrlPr>
                                              <a:rPr lang="nb-NO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pPr>
                                          <m:e>
                                            <m:d>
                                              <m:dPr>
                                                <m:begChr m:val=""/>
                                                <m:endChr m:val=""/>
                                                <m:ctrlPr>
                                                  <a:rPr lang="nb-NO" i="1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dPr>
                                              <m:e>
                                                <m:r>
                                                  <a:rPr lang="nb-NO">
                                                    <a:latin typeface="Cambria Math" panose="02040503050406030204" pitchFamily="18" charset="0"/>
                                                  </a:rPr>
                                                  <m:t>)</m:t>
                                                </m:r>
                                              </m:e>
                                            </m:d>
                                          </m:e>
                                          <m:sup>
                                            <m:r>
                                              <a:rPr lang="nb-NO">
                                                <a:latin typeface="Cambria Math" panose="02040503050406030204" pitchFamily="18" charset="0"/>
                                              </a:rPr>
                                              <m:t>2</m:t>
                                            </m:r>
                                          </m:sup>
                                        </m:sSup>
                                      </m:e>
                                    </m:d>
                                  </m:den>
                                </m:f>
                              </m:oMath>
                            </m:oMathPara>
                          </a14:m>
                          <a:endParaRPr lang="nb-NO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nb-NO"/>
                            <a:t>A rule used to estimate the parameter from a random sample. Because the sample is random, the estimator is a random variable.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304898167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nb-NO" b="0" dirty="0" err="1"/>
                            <a:t>Estimate</a:t>
                          </a:r>
                          <a:endParaRPr lang="nb-NO" b="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̅"/>
                                    <m:ctrlPr>
                                      <a:rPr lang="nb-NO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nb-NO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</m:acc>
                                <m:r>
                                  <a:rPr lang="nb-NO" b="0" i="1" smtClean="0">
                                    <a:latin typeface="Cambria Math" panose="02040503050406030204" pitchFamily="18" charset="0"/>
                                  </a:rPr>
                                  <m:t>=1960.47</m:t>
                                </m:r>
                              </m:oMath>
                            </m:oMathPara>
                          </a14:m>
                          <a:endParaRPr lang="nb-NO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nb-NO"/>
                            <a:t>For example,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nb-NO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nb-NO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nb-NO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nb-NO">
                                  <a:latin typeface="Cambria Math" panose="02040503050406030204" pitchFamily="18" charset="0"/>
                                </a:rPr>
                                <m:t>=0.1021</m:t>
                              </m:r>
                            </m:oMath>
                          </a14:m>
                          <a:endParaRPr lang="nb-NO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nb-NO" dirty="0"/>
                            <a:t>The </a:t>
                          </a:r>
                          <a:r>
                            <a:rPr lang="nb-NO" dirty="0" err="1"/>
                            <a:t>numerical</a:t>
                          </a:r>
                          <a:r>
                            <a:rPr lang="nb-NO" dirty="0"/>
                            <a:t> </a:t>
                          </a:r>
                          <a:r>
                            <a:rPr lang="nb-NO" dirty="0" err="1"/>
                            <a:t>value</a:t>
                          </a:r>
                          <a:r>
                            <a:rPr lang="nb-NO" dirty="0"/>
                            <a:t> </a:t>
                          </a:r>
                          <a:r>
                            <a:rPr lang="nb-NO" dirty="0" err="1"/>
                            <a:t>we</a:t>
                          </a:r>
                          <a:r>
                            <a:rPr lang="nb-NO" dirty="0"/>
                            <a:t> </a:t>
                          </a:r>
                          <a:r>
                            <a:rPr lang="nb-NO" dirty="0" err="1"/>
                            <a:t>obtain</a:t>
                          </a:r>
                          <a:r>
                            <a:rPr lang="nb-NO" dirty="0"/>
                            <a:t> </a:t>
                          </a:r>
                          <a:r>
                            <a:rPr lang="nb-NO" dirty="0" err="1"/>
                            <a:t>when</a:t>
                          </a:r>
                          <a:r>
                            <a:rPr lang="nb-NO" dirty="0"/>
                            <a:t> </a:t>
                          </a:r>
                          <a:r>
                            <a:rPr lang="nb-NO" dirty="0" err="1"/>
                            <a:t>the</a:t>
                          </a:r>
                          <a:r>
                            <a:rPr lang="nb-NO" dirty="0"/>
                            <a:t> estimator is </a:t>
                          </a:r>
                          <a:r>
                            <a:rPr lang="nb-NO" dirty="0" err="1"/>
                            <a:t>applied</a:t>
                          </a:r>
                          <a:r>
                            <a:rPr lang="nb-NO" dirty="0"/>
                            <a:t> to </a:t>
                          </a:r>
                          <a:r>
                            <a:rPr lang="nb-NO" dirty="0" err="1"/>
                            <a:t>the</a:t>
                          </a:r>
                          <a:r>
                            <a:rPr lang="nb-NO" dirty="0"/>
                            <a:t> </a:t>
                          </a:r>
                          <a:r>
                            <a:rPr lang="nb-NO" dirty="0" err="1"/>
                            <a:t>observed</a:t>
                          </a:r>
                          <a:r>
                            <a:rPr lang="nb-NO" dirty="0"/>
                            <a:t> sample.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343947619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8" name="Plassholder for innhold 7">
                <a:extLst>
                  <a:ext uri="{FF2B5EF4-FFF2-40B4-BE49-F238E27FC236}">
                    <a16:creationId xmlns:a16="http://schemas.microsoft.com/office/drawing/2014/main" id="{9E3780F7-D226-DBF9-6EBD-08E722CC86A1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1431951002"/>
                  </p:ext>
                </p:extLst>
              </p:nvPr>
            </p:nvGraphicFramePr>
            <p:xfrm>
              <a:off x="838200" y="1937850"/>
              <a:ext cx="10515600" cy="3108960"/>
            </p:xfrm>
            <a:graphic>
              <a:graphicData uri="http://schemas.openxmlformats.org/drawingml/2006/table">
                <a:tbl>
                  <a:tblPr>
                    <a:tableStyleId>{8EC20E35-A176-4012-BC5E-935CFFF8708E}</a:tableStyleId>
                  </a:tblPr>
                  <a:tblGrid>
                    <a:gridCol w="1455420">
                      <a:extLst>
                        <a:ext uri="{9D8B030D-6E8A-4147-A177-3AD203B41FA5}">
                          <a16:colId xmlns:a16="http://schemas.microsoft.com/office/drawing/2014/main" val="3145497172"/>
                        </a:ext>
                      </a:extLst>
                    </a:gridCol>
                    <a:gridCol w="2301240">
                      <a:extLst>
                        <a:ext uri="{9D8B030D-6E8A-4147-A177-3AD203B41FA5}">
                          <a16:colId xmlns:a16="http://schemas.microsoft.com/office/drawing/2014/main" val="2658624486"/>
                        </a:ext>
                      </a:extLst>
                    </a:gridCol>
                    <a:gridCol w="2903220">
                      <a:extLst>
                        <a:ext uri="{9D8B030D-6E8A-4147-A177-3AD203B41FA5}">
                          <a16:colId xmlns:a16="http://schemas.microsoft.com/office/drawing/2014/main" val="3850482539"/>
                        </a:ext>
                      </a:extLst>
                    </a:gridCol>
                    <a:gridCol w="3855720">
                      <a:extLst>
                        <a:ext uri="{9D8B030D-6E8A-4147-A177-3AD203B41FA5}">
                          <a16:colId xmlns:a16="http://schemas.microsoft.com/office/drawing/2014/main" val="1802431174"/>
                        </a:ext>
                      </a:extLst>
                    </a:gridCol>
                  </a:tblGrid>
                  <a:tr h="365760"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nb-NO" b="1" dirty="0" err="1"/>
                            <a:t>Concept</a:t>
                          </a:r>
                          <a:endParaRPr lang="nb-NO" b="1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nb-NO" b="1" dirty="0" err="1"/>
                            <a:t>Mean</a:t>
                          </a:r>
                          <a:r>
                            <a:rPr lang="nb-NO" b="1" dirty="0"/>
                            <a:t> </a:t>
                          </a:r>
                          <a:r>
                            <a:rPr lang="nb-NO" b="1" dirty="0" err="1"/>
                            <a:t>example</a:t>
                          </a:r>
                          <a:endParaRPr lang="nb-NO" b="1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nb-NO" b="1" dirty="0" err="1"/>
                            <a:t>Example</a:t>
                          </a:r>
                          <a:endParaRPr lang="nb-NO" b="1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nb-NO" b="1" dirty="0" err="1"/>
                            <a:t>What</a:t>
                          </a:r>
                          <a:r>
                            <a:rPr lang="nb-NO" b="1" dirty="0"/>
                            <a:t> is it?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716953428"/>
                      </a:ext>
                    </a:extLst>
                  </a:tr>
                  <a:tr h="640080"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nb-NO" b="0" dirty="0"/>
                            <a:t>Parameter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nb-NO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63228" t="-61905" r="-293915" b="-34476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nb-NO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29622" t="-61905" r="-133403" b="-34476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nb-NO" dirty="0"/>
                            <a:t>An </a:t>
                          </a:r>
                          <a:r>
                            <a:rPr lang="nb-NO" dirty="0" err="1"/>
                            <a:t>unknown</a:t>
                          </a:r>
                          <a:r>
                            <a:rPr lang="nb-NO" dirty="0"/>
                            <a:t> </a:t>
                          </a:r>
                          <a:r>
                            <a:rPr lang="nb-NO" dirty="0" err="1"/>
                            <a:t>constant</a:t>
                          </a:r>
                          <a:r>
                            <a:rPr lang="nb-NO" dirty="0"/>
                            <a:t> in </a:t>
                          </a:r>
                          <a:r>
                            <a:rPr lang="nb-NO" dirty="0" err="1"/>
                            <a:t>the</a:t>
                          </a:r>
                          <a:r>
                            <a:rPr lang="nb-NO" dirty="0"/>
                            <a:t> </a:t>
                          </a:r>
                          <a:r>
                            <a:rPr lang="nb-NO" dirty="0" err="1"/>
                            <a:t>population</a:t>
                          </a:r>
                          <a:r>
                            <a:rPr lang="nb-NO" dirty="0"/>
                            <a:t>.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67255137"/>
                      </a:ext>
                    </a:extLst>
                  </a:tr>
                  <a:tr h="1188720"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nb-NO" b="0" dirty="0"/>
                            <a:t>Estimator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nb-NO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63228" t="-86735" r="-293915" b="-8469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nb-NO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29622" t="-86735" r="-133403" b="-8469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nb-NO"/>
                            <a:t>A rule used to estimate the parameter from a random sample. Because the sample is random, the estimator is a random variable.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304898167"/>
                      </a:ext>
                    </a:extLst>
                  </a:tr>
                  <a:tr h="914400"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nb-NO" b="0" dirty="0" err="1"/>
                            <a:t>Estimate</a:t>
                          </a:r>
                          <a:endParaRPr lang="nb-NO" b="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nb-NO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63228" t="-244000" r="-293915" b="-10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nb-NO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29622" t="-244000" r="-133403" b="-10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nb-NO" dirty="0"/>
                            <a:t>The </a:t>
                          </a:r>
                          <a:r>
                            <a:rPr lang="nb-NO" dirty="0" err="1"/>
                            <a:t>numerical</a:t>
                          </a:r>
                          <a:r>
                            <a:rPr lang="nb-NO" dirty="0"/>
                            <a:t> </a:t>
                          </a:r>
                          <a:r>
                            <a:rPr lang="nb-NO" dirty="0" err="1"/>
                            <a:t>value</a:t>
                          </a:r>
                          <a:r>
                            <a:rPr lang="nb-NO" dirty="0"/>
                            <a:t> </a:t>
                          </a:r>
                          <a:r>
                            <a:rPr lang="nb-NO" dirty="0" err="1"/>
                            <a:t>we</a:t>
                          </a:r>
                          <a:r>
                            <a:rPr lang="nb-NO" dirty="0"/>
                            <a:t> </a:t>
                          </a:r>
                          <a:r>
                            <a:rPr lang="nb-NO" dirty="0" err="1"/>
                            <a:t>obtain</a:t>
                          </a:r>
                          <a:r>
                            <a:rPr lang="nb-NO" dirty="0"/>
                            <a:t> </a:t>
                          </a:r>
                          <a:r>
                            <a:rPr lang="nb-NO" dirty="0" err="1"/>
                            <a:t>when</a:t>
                          </a:r>
                          <a:r>
                            <a:rPr lang="nb-NO" dirty="0"/>
                            <a:t> </a:t>
                          </a:r>
                          <a:r>
                            <a:rPr lang="nb-NO" dirty="0" err="1"/>
                            <a:t>the</a:t>
                          </a:r>
                          <a:r>
                            <a:rPr lang="nb-NO" dirty="0"/>
                            <a:t> estimator is </a:t>
                          </a:r>
                          <a:r>
                            <a:rPr lang="nb-NO" dirty="0" err="1"/>
                            <a:t>applied</a:t>
                          </a:r>
                          <a:r>
                            <a:rPr lang="nb-NO" dirty="0"/>
                            <a:t> to </a:t>
                          </a:r>
                          <a:r>
                            <a:rPr lang="nb-NO" dirty="0" err="1"/>
                            <a:t>the</a:t>
                          </a:r>
                          <a:r>
                            <a:rPr lang="nb-NO" dirty="0"/>
                            <a:t> </a:t>
                          </a:r>
                          <a:r>
                            <a:rPr lang="nb-NO" dirty="0" err="1"/>
                            <a:t>observed</a:t>
                          </a:r>
                          <a:r>
                            <a:rPr lang="nb-NO" dirty="0"/>
                            <a:t> sample.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343947619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954008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56419589-70EE-4477-CFD2-C9BD5974FD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Elasticise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Plassholder for innhold 3">
                <a:extLst>
                  <a:ext uri="{FF2B5EF4-FFF2-40B4-BE49-F238E27FC236}">
                    <a16:creationId xmlns:a16="http://schemas.microsoft.com/office/drawing/2014/main" id="{C095F124-D72F-6AD7-6BEF-6DF52A12CC4B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/>
            <p:txBody>
              <a:bodyPr>
                <a:normAutofit fontScale="92500"/>
              </a:bodyPr>
              <a:lstStyle/>
              <a:p>
                <a:r>
                  <a:rPr lang="en-GB" dirty="0"/>
                  <a:t>Using income in dollars changes the estimated slope to 0.1021.</a:t>
                </a:r>
              </a:p>
              <a:p>
                <a:r>
                  <a:rPr lang="en-GB" dirty="0"/>
                  <a:t>The fitted values remain identical when the unit conversion is correct.</a:t>
                </a:r>
              </a:p>
              <a:p>
                <a:r>
                  <a:rPr lang="en-GB" dirty="0"/>
                  <a:t>For a linear model, elasticity at </a:t>
                </a:r>
                <a14:m>
                  <m:oMath xmlns:m="http://schemas.openxmlformats.org/officeDocument/2006/math">
                    <m:r>
                      <a:rPr lang="nb-NO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nb-NO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nb-NO" b="0" i="1" smtClean="0">
                        <a:latin typeface="Cambria Math" panose="02040503050406030204" pitchFamily="18" charset="0"/>
                      </a:rPr>
                      <m:t>,</m:t>
                    </m:r>
                    <m:acc>
                      <m:accPr>
                        <m:chr m:val="̂"/>
                        <m:ctrlPr>
                          <a:rPr lang="en-GB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nb-NO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</m:e>
                    </m:acc>
                    <m:r>
                      <a:rPr lang="nb-NO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GB" dirty="0"/>
                  <a:t> is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nb-NO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nb-NO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f>
                      <m:fPr>
                        <m:ctrlPr>
                          <a:rPr lang="en-GB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nb-NO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acc>
                          <m:accPr>
                            <m:chr m:val="̂"/>
                            <m:ctrlPr>
                              <a:rPr lang="en-GB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nb-NO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</m:den>
                    </m:f>
                  </m:oMath>
                </a14:m>
                <a:r>
                  <a:rPr lang="en-GB" dirty="0"/>
                  <a:t>.</a:t>
                </a:r>
              </a:p>
              <a:p>
                <a:r>
                  <a:rPr lang="en-GB" dirty="0"/>
                  <a:t>At the sample means, the food-expenditure elasticity is about 0.706.</a:t>
                </a:r>
              </a:p>
              <a:p>
                <a:endParaRPr lang="nb-NO" dirty="0"/>
              </a:p>
            </p:txBody>
          </p:sp>
        </mc:Choice>
        <mc:Fallback xmlns="">
          <p:sp>
            <p:nvSpPr>
              <p:cNvPr id="4" name="Plassholder for innhold 3">
                <a:extLst>
                  <a:ext uri="{FF2B5EF4-FFF2-40B4-BE49-F238E27FC236}">
                    <a16:creationId xmlns:a16="http://schemas.microsoft.com/office/drawing/2014/main" id="{C095F124-D72F-6AD7-6BEF-6DF52A12CC4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blipFill>
                <a:blip r:embed="rId2"/>
                <a:stretch>
                  <a:fillRect l="-1882" t="-2241" r="-364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Plassholder for innhold 4">
            <a:extLst>
              <a:ext uri="{FF2B5EF4-FFF2-40B4-BE49-F238E27FC236}">
                <a16:creationId xmlns:a16="http://schemas.microsoft.com/office/drawing/2014/main" id="{D2F95F61-EB23-606B-2049-C5951B78AAEF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/>
          </a:bodyPr>
          <a:lstStyle/>
          <a:p>
            <a:endParaRPr lang="nb-NO" dirty="0"/>
          </a:p>
        </p:txBody>
      </p:sp>
      <p:sp>
        <p:nvSpPr>
          <p:cNvPr id="6" name="Ellipse 5">
            <a:extLst>
              <a:ext uri="{FF2B5EF4-FFF2-40B4-BE49-F238E27FC236}">
                <a16:creationId xmlns:a16="http://schemas.microsoft.com/office/drawing/2014/main" id="{1652DE65-CCAC-D5DB-5ABA-5F3E570F29C6}"/>
              </a:ext>
            </a:extLst>
          </p:cNvPr>
          <p:cNvSpPr/>
          <p:nvPr/>
        </p:nvSpPr>
        <p:spPr>
          <a:xfrm>
            <a:off x="10398797" y="269705"/>
            <a:ext cx="1354914" cy="627398"/>
          </a:xfrm>
          <a:prstGeom prst="ellips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Lab 1</a:t>
            </a:r>
          </a:p>
        </p:txBody>
      </p:sp>
    </p:spTree>
    <p:extLst>
      <p:ext uri="{BB962C8B-B14F-4D97-AF65-F5344CB8AC3E}">
        <p14:creationId xmlns:p14="http://schemas.microsoft.com/office/powerpoint/2010/main" val="35552517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25468FFA-4ABA-D9C3-085F-6E383829A0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Elasticity and income</a:t>
            </a:r>
          </a:p>
        </p:txBody>
      </p:sp>
      <p:sp>
        <p:nvSpPr>
          <p:cNvPr id="4" name="Plassholder for innhold 3">
            <a:extLst>
              <a:ext uri="{FF2B5EF4-FFF2-40B4-BE49-F238E27FC236}">
                <a16:creationId xmlns:a16="http://schemas.microsoft.com/office/drawing/2014/main" id="{EFC3CE0E-43F1-C3C4-3B14-521360B00EE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2688981"/>
            <a:ext cx="5181600" cy="3487981"/>
          </a:xfrm>
        </p:spPr>
        <p:txBody>
          <a:bodyPr>
            <a:normAutofit fontScale="85000" lnSpcReduction="10000"/>
          </a:bodyPr>
          <a:lstStyle/>
          <a:p>
            <a:r>
              <a:rPr lang="en-GB" dirty="0"/>
              <a:t>Food expenditure increases with income, but less than proportionally.</a:t>
            </a:r>
          </a:p>
          <a:p>
            <a:r>
              <a:rPr lang="en-GB" dirty="0"/>
              <a:t>Elasticity increases with income, but at a decreasing rate.</a:t>
            </a:r>
          </a:p>
          <a:p>
            <a:r>
              <a:rPr lang="en-GB" dirty="0"/>
              <a:t>In our sample, elasticity remains below 1 → food is a necessity.</a:t>
            </a:r>
          </a:p>
          <a:p>
            <a:r>
              <a:rPr lang="en-GB" dirty="0"/>
              <a:t>At the same time, food expenditure becomes a smaller share of income as income rises.</a:t>
            </a:r>
            <a:endParaRPr lang="nb-NO" dirty="0"/>
          </a:p>
        </p:txBody>
      </p:sp>
      <p:pic>
        <p:nvPicPr>
          <p:cNvPr id="11" name="Plassholder for innhold 10">
            <a:extLst>
              <a:ext uri="{FF2B5EF4-FFF2-40B4-BE49-F238E27FC236}">
                <a16:creationId xmlns:a16="http://schemas.microsoft.com/office/drawing/2014/main" id="{D5DDB2BD-465F-4709-AA1F-458E0075DB02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172200" y="1852575"/>
            <a:ext cx="5181600" cy="429743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ektangel: avrundede hjørner 12">
                <a:extLst>
                  <a:ext uri="{FF2B5EF4-FFF2-40B4-BE49-F238E27FC236}">
                    <a16:creationId xmlns:a16="http://schemas.microsoft.com/office/drawing/2014/main" id="{0295545B-776D-B553-BC3E-0B86EBAEF167}"/>
                  </a:ext>
                </a:extLst>
              </p:cNvPr>
              <p:cNvSpPr/>
              <p:nvPr/>
            </p:nvSpPr>
            <p:spPr>
              <a:xfrm>
                <a:off x="838199" y="1593669"/>
                <a:ext cx="4981923" cy="960376"/>
              </a:xfrm>
              <a:prstGeom prst="roundRect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nb-NO" sz="280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nb-NO" sz="28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𝜀</m:t>
                          </m:r>
                        </m:e>
                      </m:acc>
                      <m:d>
                        <m:dPr>
                          <m:ctrlPr>
                            <a:rPr lang="nb-NO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nb-NO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nb-NO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sz="2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nb-NO" sz="28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nb-NO" sz="2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f>
                        <m:fPr>
                          <m:ctrlPr>
                            <a:rPr lang="en-GB" sz="28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nb-NO" sz="2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num>
                        <m:den>
                          <m:acc>
                            <m:accPr>
                              <m:chr m:val="̂"/>
                              <m:ctrlPr>
                                <a:rPr lang="en-GB" sz="280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nb-NO" sz="28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den>
                      </m:f>
                      <m:r>
                        <a:rPr lang="nb-NO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nb-NO" sz="2800" i="1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nb-NO" sz="28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f>
                        <m:fPr>
                          <m:ctrlPr>
                            <a:rPr lang="en-GB" sz="2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nb-NO" sz="2800" i="1">
                              <a:latin typeface="Cambria Math" panose="02040503050406030204" pitchFamily="18" charset="0"/>
                            </a:rPr>
                            <m:t>𝑥</m:t>
                          </m:r>
                        </m:num>
                        <m:den>
                          <m:sSub>
                            <m:sSubPr>
                              <m:ctrlPr>
                                <a:rPr lang="nb-NO" sz="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nb-NO" sz="2800" i="1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nb-NO" sz="28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nb-NO" sz="2800" i="1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nb-NO" sz="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nb-NO" sz="2800" i="1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nb-NO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nb-NO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sSub>
                            <m:sSubPr>
                              <m:ctrlPr>
                                <a:rPr lang="nb-NO" sz="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nb-NO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nb-NO" sz="28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13" name="Rektangel: avrundede hjørner 12">
                <a:extLst>
                  <a:ext uri="{FF2B5EF4-FFF2-40B4-BE49-F238E27FC236}">
                    <a16:creationId xmlns:a16="http://schemas.microsoft.com/office/drawing/2014/main" id="{0295545B-776D-B553-BC3E-0B86EBAEF16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199" y="1593669"/>
                <a:ext cx="4981923" cy="960376"/>
              </a:xfrm>
              <a:prstGeom prst="round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Ellipse 4">
            <a:extLst>
              <a:ext uri="{FF2B5EF4-FFF2-40B4-BE49-F238E27FC236}">
                <a16:creationId xmlns:a16="http://schemas.microsoft.com/office/drawing/2014/main" id="{BB9B57F1-5CE8-66F5-087A-22CEE451A5C7}"/>
              </a:ext>
            </a:extLst>
          </p:cNvPr>
          <p:cNvSpPr/>
          <p:nvPr/>
        </p:nvSpPr>
        <p:spPr>
          <a:xfrm>
            <a:off x="10398797" y="269705"/>
            <a:ext cx="1354914" cy="627398"/>
          </a:xfrm>
          <a:prstGeom prst="ellips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Lab 2</a:t>
            </a:r>
          </a:p>
        </p:txBody>
      </p:sp>
    </p:spTree>
    <p:extLst>
      <p:ext uri="{BB962C8B-B14F-4D97-AF65-F5344CB8AC3E}">
        <p14:creationId xmlns:p14="http://schemas.microsoft.com/office/powerpoint/2010/main" val="37964674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FF6C51CD-EBBF-64E5-8EE5-24F1D9916E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One sample is only one possible sample</a:t>
            </a:r>
            <a:endParaRPr lang="nb-NO" dirty="0"/>
          </a:p>
        </p:txBody>
      </p:sp>
      <p:sp>
        <p:nvSpPr>
          <p:cNvPr id="6" name="Plassholder for innhold 5">
            <a:extLst>
              <a:ext uri="{FF2B5EF4-FFF2-40B4-BE49-F238E27FC236}">
                <a16:creationId xmlns:a16="http://schemas.microsoft.com/office/drawing/2014/main" id="{892D3AE8-CCF2-97BA-2C6C-B5D6F032BFAD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ktangel: avrundede hjørner 4">
                <a:extLst>
                  <a:ext uri="{FF2B5EF4-FFF2-40B4-BE49-F238E27FC236}">
                    <a16:creationId xmlns:a16="http://schemas.microsoft.com/office/drawing/2014/main" id="{3FF6ABFC-8270-E6C3-5BB2-A8AF4CE09939}"/>
                  </a:ext>
                </a:extLst>
              </p:cNvPr>
              <p:cNvSpPr/>
              <p:nvPr/>
            </p:nvSpPr>
            <p:spPr>
              <a:xfrm>
                <a:off x="986246" y="2025725"/>
                <a:ext cx="4885508" cy="728420"/>
              </a:xfrm>
              <a:prstGeom prst="roundRect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nb-NO" sz="280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nb-NO" sz="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nb-NO" sz="28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nb-NO" sz="28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acc>
                      <m:r>
                        <a:rPr lang="nb-NO" sz="28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nb-NO" sz="2800" i="1" smtClean="0">
                          <a:latin typeface="Cambria Math" panose="02040503050406030204" pitchFamily="18" charset="0"/>
                        </a:rPr>
                        <m:t>8</m:t>
                      </m:r>
                      <m:r>
                        <a:rPr lang="nb-NO" sz="2800" b="0" i="1" smtClean="0">
                          <a:latin typeface="Cambria Math" panose="02040503050406030204" pitchFamily="18" charset="0"/>
                        </a:rPr>
                        <m:t>3.416</m:t>
                      </m:r>
                      <m:r>
                        <a:rPr lang="nb-NO" sz="28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nb-NO" sz="2800" i="1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nb-NO" sz="2800" b="0" i="1" smtClean="0">
                          <a:latin typeface="Cambria Math" panose="02040503050406030204" pitchFamily="18" charset="0"/>
                        </a:rPr>
                        <m:t>0.209</m:t>
                      </m:r>
                      <m:r>
                        <a:rPr lang="nb-NO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sSub>
                        <m:sSubPr>
                          <m:ctrlPr>
                            <a:rPr lang="nb-NO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nb-NO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nb-NO" sz="28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5" name="Rektangel: avrundede hjørner 4">
                <a:extLst>
                  <a:ext uri="{FF2B5EF4-FFF2-40B4-BE49-F238E27FC236}">
                    <a16:creationId xmlns:a16="http://schemas.microsoft.com/office/drawing/2014/main" id="{3FF6ABFC-8270-E6C3-5BB2-A8AF4CE0993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6246" y="2025725"/>
                <a:ext cx="4885508" cy="728420"/>
              </a:xfrm>
              <a:prstGeom prst="round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Plassholder for innhold 8">
            <a:extLst>
              <a:ext uri="{FF2B5EF4-FFF2-40B4-BE49-F238E27FC236}">
                <a16:creationId xmlns:a16="http://schemas.microsoft.com/office/drawing/2014/main" id="{40DAEC2D-908F-0207-AE89-FBBE06405502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6805234" y="1825625"/>
            <a:ext cx="5181600" cy="403915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ktangel: avrundede hjørner 10">
                <a:extLst>
                  <a:ext uri="{FF2B5EF4-FFF2-40B4-BE49-F238E27FC236}">
                    <a16:creationId xmlns:a16="http://schemas.microsoft.com/office/drawing/2014/main" id="{41A90807-7523-B1AA-3ED5-8B51DCEBC9D6}"/>
                  </a:ext>
                </a:extLst>
              </p:cNvPr>
              <p:cNvSpPr/>
              <p:nvPr/>
            </p:nvSpPr>
            <p:spPr>
              <a:xfrm>
                <a:off x="532290" y="3559003"/>
                <a:ext cx="5639912" cy="2391122"/>
              </a:xfrm>
              <a:prstGeom prst="roundRect">
                <a:avLst/>
              </a:prstGeom>
              <a:solidFill>
                <a:srgbClr val="C000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nb-NO" sz="2800" i="0"/>
                        <m:t>If</m:t>
                      </m:r>
                      <m:r>
                        <m:rPr>
                          <m:nor/>
                        </m:rPr>
                        <a:rPr lang="nb-NO" sz="2800" i="0"/>
                        <m:t> </m:t>
                      </m:r>
                      <m:r>
                        <m:rPr>
                          <m:nor/>
                        </m:rPr>
                        <a:rPr lang="nb-NO" sz="2800" i="0"/>
                        <m:t>we</m:t>
                      </m:r>
                      <m:r>
                        <m:rPr>
                          <m:nor/>
                        </m:rPr>
                        <a:rPr lang="nb-NO" sz="2800" i="0"/>
                        <m:t> </m:t>
                      </m:r>
                      <m:r>
                        <m:rPr>
                          <m:nor/>
                        </m:rPr>
                        <a:rPr lang="nb-NO" sz="2800" i="0"/>
                        <m:t>collected</m:t>
                      </m:r>
                      <m:r>
                        <m:rPr>
                          <m:nor/>
                        </m:rPr>
                        <a:rPr lang="nb-NO" sz="2800" i="0"/>
                        <m:t> </m:t>
                      </m:r>
                      <m:r>
                        <m:rPr>
                          <m:nor/>
                        </m:rPr>
                        <a:rPr lang="nb-NO" sz="2800" i="0"/>
                        <m:t>data</m:t>
                      </m:r>
                      <m:r>
                        <m:rPr>
                          <m:nor/>
                        </m:rPr>
                        <a:rPr lang="nb-NO" sz="2800" i="0"/>
                        <m:t> </m:t>
                      </m:r>
                      <m:r>
                        <m:rPr>
                          <m:nor/>
                        </m:rPr>
                        <a:rPr lang="nb-NO" sz="2800" i="0"/>
                        <m:t>from</m:t>
                      </m:r>
                      <m:r>
                        <m:rPr>
                          <m:nor/>
                        </m:rPr>
                        <a:rPr lang="nb-NO" sz="2800" i="0"/>
                        <m:t> </m:t>
                      </m:r>
                      <m:r>
                        <m:rPr>
                          <m:nor/>
                        </m:rPr>
                        <a:rPr lang="nb-NO" sz="2800" i="0"/>
                        <m:t>another</m:t>
                      </m:r>
                      <m:r>
                        <m:rPr>
                          <m:nor/>
                        </m:rPr>
                        <a:rPr lang="nb-NO" sz="2800" i="0"/>
                        <m:t> 40 </m:t>
                      </m:r>
                      <m:r>
                        <m:rPr>
                          <m:nor/>
                        </m:rPr>
                        <a:rPr lang="nb-NO" sz="2800" i="0"/>
                        <m:t>households</m:t>
                      </m:r>
                      <m:r>
                        <m:rPr>
                          <m:nor/>
                        </m:rPr>
                        <a:rPr lang="nb-NO" sz="2800" i="0"/>
                        <m:t>, </m:t>
                      </m:r>
                      <m:r>
                        <m:rPr>
                          <m:nor/>
                        </m:rPr>
                        <a:rPr lang="nb-NO" sz="2800" i="0"/>
                        <m:t>would</m:t>
                      </m:r>
                      <m:r>
                        <m:rPr>
                          <m:nor/>
                        </m:rPr>
                        <a:rPr lang="nb-NO" sz="2800" i="0"/>
                        <m:t> </m:t>
                      </m:r>
                      <m:r>
                        <m:rPr>
                          <m:nor/>
                        </m:rPr>
                        <a:rPr lang="nb-NO" sz="2800" i="0"/>
                        <m:t>we</m:t>
                      </m:r>
                      <m:r>
                        <m:rPr>
                          <m:nor/>
                        </m:rPr>
                        <a:rPr lang="nb-NO" sz="2800" i="0"/>
                        <m:t> </m:t>
                      </m:r>
                      <m:r>
                        <m:rPr>
                          <m:nor/>
                        </m:rPr>
                        <a:rPr lang="nb-NO" sz="2800" i="0"/>
                        <m:t>get</m:t>
                      </m:r>
                      <m:r>
                        <m:rPr>
                          <m:nor/>
                        </m:rPr>
                        <a:rPr lang="nb-NO" sz="2800" i="0"/>
                        <m:t> </m:t>
                      </m:r>
                      <m:r>
                        <m:rPr>
                          <m:nor/>
                        </m:rPr>
                        <a:rPr lang="nb-NO" sz="2800" i="0"/>
                        <m:t>exactly</m:t>
                      </m:r>
                      <m:r>
                        <m:rPr>
                          <m:nor/>
                        </m:rPr>
                        <a:rPr lang="nb-NO" sz="2800" i="0"/>
                        <m:t> </m:t>
                      </m:r>
                      <m:r>
                        <m:rPr>
                          <m:nor/>
                        </m:rPr>
                        <a:rPr lang="nb-NO" sz="2800" i="0"/>
                        <m:t>the</m:t>
                      </m:r>
                      <m:r>
                        <m:rPr>
                          <m:nor/>
                        </m:rPr>
                        <a:rPr lang="nb-NO" sz="2800" i="0"/>
                        <m:t> </m:t>
                      </m:r>
                      <m:r>
                        <m:rPr>
                          <m:nor/>
                        </m:rPr>
                        <a:rPr lang="nb-NO" sz="2800" i="0"/>
                        <m:t>same</m:t>
                      </m:r>
                      <m:r>
                        <m:rPr>
                          <m:nor/>
                        </m:rPr>
                        <a:rPr lang="nb-NO" sz="2800" i="0"/>
                        <m:t> </m:t>
                      </m:r>
                      <m:r>
                        <m:rPr>
                          <m:nor/>
                        </m:rPr>
                        <a:rPr lang="nb-NO" sz="2800" i="0"/>
                        <m:t>slope</m:t>
                      </m:r>
                      <m:r>
                        <m:rPr>
                          <m:nor/>
                        </m:rPr>
                        <a:rPr lang="nb-NO" sz="2800" b="0" i="0" smtClean="0"/>
                        <m:t> </m:t>
                      </m:r>
                      <m:r>
                        <m:rPr>
                          <m:nor/>
                        </m:rPr>
                        <a:rPr lang="nb-NO" sz="2800" b="0" i="0" smtClean="0"/>
                        <m:t>and</m:t>
                      </m:r>
                      <m:r>
                        <m:rPr>
                          <m:nor/>
                        </m:rPr>
                        <a:rPr lang="nb-NO" sz="2800" b="0" i="0" smtClean="0"/>
                        <m:t> </m:t>
                      </m:r>
                      <m:r>
                        <m:rPr>
                          <m:nor/>
                        </m:rPr>
                        <a:rPr lang="nb-NO" sz="2800" b="0" i="0" smtClean="0"/>
                        <m:t>exactly</m:t>
                      </m:r>
                      <m:r>
                        <m:rPr>
                          <m:nor/>
                        </m:rPr>
                        <a:rPr lang="nb-NO" sz="2800" b="0" i="0" smtClean="0"/>
                        <m:t> </m:t>
                      </m:r>
                      <m:r>
                        <m:rPr>
                          <m:nor/>
                        </m:rPr>
                        <a:rPr lang="nb-NO" sz="2800" b="0" i="0" smtClean="0"/>
                        <m:t>the</m:t>
                      </m:r>
                      <m:r>
                        <m:rPr>
                          <m:nor/>
                        </m:rPr>
                        <a:rPr lang="nb-NO" sz="2800" b="0" i="0" smtClean="0"/>
                        <m:t> </m:t>
                      </m:r>
                      <m:r>
                        <m:rPr>
                          <m:nor/>
                        </m:rPr>
                        <a:rPr lang="nb-NO" sz="2800" b="0" i="0" smtClean="0"/>
                        <m:t>same</m:t>
                      </m:r>
                      <m:r>
                        <m:rPr>
                          <m:nor/>
                        </m:rPr>
                        <a:rPr lang="nb-NO" sz="2800" b="0" i="0" smtClean="0"/>
                        <m:t> </m:t>
                      </m:r>
                      <m:r>
                        <m:rPr>
                          <m:nor/>
                        </m:rPr>
                        <a:rPr lang="nb-NO" sz="2800" b="0" i="0" smtClean="0"/>
                        <m:t>intercept</m:t>
                      </m:r>
                      <m:r>
                        <m:rPr>
                          <m:nor/>
                        </m:rPr>
                        <a:rPr lang="nb-NO" sz="2800" b="0" i="0" smtClean="0"/>
                        <m:t>?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11" name="Rektangel: avrundede hjørner 10">
                <a:extLst>
                  <a:ext uri="{FF2B5EF4-FFF2-40B4-BE49-F238E27FC236}">
                    <a16:creationId xmlns:a16="http://schemas.microsoft.com/office/drawing/2014/main" id="{41A90807-7523-B1AA-3ED5-8B51DCEBC9D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2290" y="3559003"/>
                <a:ext cx="5639912" cy="2391122"/>
              </a:xfrm>
              <a:prstGeom prst="round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6248368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6A946DD4-E11E-C868-CF0C-BCF435BFDE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dirty="0"/>
              <a:t>One sample, </a:t>
            </a:r>
            <a:r>
              <a:rPr lang="nb-NO" dirty="0" err="1"/>
              <a:t>one</a:t>
            </a:r>
            <a:r>
              <a:rPr lang="nb-NO" dirty="0"/>
              <a:t> </a:t>
            </a:r>
            <a:r>
              <a:rPr lang="nb-NO" dirty="0" err="1"/>
              <a:t>estimate</a:t>
            </a:r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Plassholder for innhold 2">
                <a:extLst>
                  <a:ext uri="{FF2B5EF4-FFF2-40B4-BE49-F238E27FC236}">
                    <a16:creationId xmlns:a16="http://schemas.microsoft.com/office/drawing/2014/main" id="{5F7C15C0-D72F-6751-BEB9-5DDE268086A1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/>
            <p:txBody>
              <a:bodyPr>
                <a:normAutofit/>
              </a:bodyPr>
              <a:lstStyle/>
              <a:p>
                <a:pPr lvl="0"/>
                <a:r>
                  <a:rPr lang="nb-NO" dirty="0"/>
                  <a:t>Our sample </a:t>
                </a:r>
                <a:r>
                  <a:rPr lang="nb-NO" dirty="0" err="1"/>
                  <a:t>gives</a:t>
                </a:r>
                <a:r>
                  <a:rPr lang="nb-NO" dirty="0"/>
                  <a:t> </a:t>
                </a:r>
                <a:r>
                  <a:rPr lang="nb-NO" dirty="0" err="1"/>
                  <a:t>us</a:t>
                </a:r>
                <a:r>
                  <a:rPr lang="nb-NO" dirty="0"/>
                  <a:t> </a:t>
                </a:r>
                <a:r>
                  <a:rPr lang="nb-NO" dirty="0" err="1"/>
                  <a:t>one</a:t>
                </a:r>
                <a:r>
                  <a:rPr lang="nb-NO" dirty="0"/>
                  <a:t> </a:t>
                </a:r>
                <a:r>
                  <a:rPr lang="nb-NO" dirty="0" err="1"/>
                  <a:t>estimate</a:t>
                </a:r>
                <a:r>
                  <a:rPr lang="nb-NO" dirty="0"/>
                  <a:t> </a:t>
                </a:r>
                <a:r>
                  <a:rPr lang="nb-NO" dirty="0" err="1"/>
                  <a:t>of</a:t>
                </a:r>
                <a:r>
                  <a:rPr lang="nb-NO" dirty="0"/>
                  <a:t> </a:t>
                </a:r>
                <a:r>
                  <a:rPr lang="nb-NO" dirty="0" err="1"/>
                  <a:t>the</a:t>
                </a:r>
                <a:r>
                  <a:rPr lang="nb-NO" dirty="0"/>
                  <a:t> </a:t>
                </a:r>
                <a:r>
                  <a:rPr lang="nb-NO" dirty="0" err="1"/>
                  <a:t>slope</a:t>
                </a:r>
                <a:r>
                  <a:rPr lang="nb-NO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nb-NO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b-NO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nb-NO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nb-NO" dirty="0"/>
                  <a:t>. </a:t>
                </a:r>
              </a:p>
              <a:p>
                <a:pPr lvl="0"/>
                <a:r>
                  <a:rPr lang="nb-NO" dirty="0"/>
                  <a:t>A different random sample </a:t>
                </a:r>
                <a:r>
                  <a:rPr lang="nb-NO" dirty="0" err="1"/>
                  <a:t>would</a:t>
                </a:r>
                <a:r>
                  <a:rPr lang="nb-NO" dirty="0"/>
                  <a:t> </a:t>
                </a:r>
                <a:r>
                  <a:rPr lang="nb-NO" dirty="0" err="1"/>
                  <a:t>usually</a:t>
                </a:r>
                <a:r>
                  <a:rPr lang="nb-NO" dirty="0"/>
                  <a:t> </a:t>
                </a:r>
                <a:r>
                  <a:rPr lang="nb-NO" dirty="0" err="1"/>
                  <a:t>give</a:t>
                </a:r>
                <a:r>
                  <a:rPr lang="nb-NO" dirty="0"/>
                  <a:t> a different </a:t>
                </a:r>
                <a:r>
                  <a:rPr lang="nb-NO" dirty="0" err="1"/>
                  <a:t>estimate</a:t>
                </a:r>
                <a:r>
                  <a:rPr lang="nb-NO" dirty="0"/>
                  <a:t>. </a:t>
                </a:r>
              </a:p>
              <a:p>
                <a:pPr lvl="0"/>
                <a:r>
                  <a:rPr lang="nb-NO" dirty="0"/>
                  <a:t>This is </a:t>
                </a:r>
                <a:r>
                  <a:rPr lang="nb-NO" dirty="0" err="1"/>
                  <a:t>called</a:t>
                </a:r>
                <a:r>
                  <a:rPr lang="nb-NO" dirty="0"/>
                  <a:t> </a:t>
                </a:r>
                <a:r>
                  <a:rPr lang="nb-NO" b="1" dirty="0"/>
                  <a:t>sampling </a:t>
                </a:r>
                <a:r>
                  <a:rPr lang="nb-NO" b="1" dirty="0" err="1"/>
                  <a:t>variability</a:t>
                </a:r>
                <a:r>
                  <a:rPr lang="nb-NO" dirty="0"/>
                  <a:t>.</a:t>
                </a:r>
              </a:p>
              <a:p>
                <a:endParaRPr lang="en-GB" dirty="0"/>
              </a:p>
            </p:txBody>
          </p:sp>
        </mc:Choice>
        <mc:Fallback xmlns="">
          <p:sp>
            <p:nvSpPr>
              <p:cNvPr id="3" name="Plassholder for innhold 2">
                <a:extLst>
                  <a:ext uri="{FF2B5EF4-FFF2-40B4-BE49-F238E27FC236}">
                    <a16:creationId xmlns:a16="http://schemas.microsoft.com/office/drawing/2014/main" id="{5F7C15C0-D72F-6751-BEB9-5DDE268086A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blipFill>
                <a:blip r:embed="rId3"/>
                <a:stretch>
                  <a:fillRect l="-2118" t="-2381" r="-47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Plassholder for innhold 3">
            <a:extLst>
              <a:ext uri="{FF2B5EF4-FFF2-40B4-BE49-F238E27FC236}">
                <a16:creationId xmlns:a16="http://schemas.microsoft.com/office/drawing/2014/main" id="{FBFA9A87-6207-F2D3-B047-48CA7B274D4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4892375"/>
            <a:ext cx="5274486" cy="1284588"/>
          </a:xfrm>
        </p:spPr>
        <p:txBody>
          <a:bodyPr>
            <a:normAutofit/>
          </a:bodyPr>
          <a:lstStyle/>
          <a:p>
            <a:r>
              <a:rPr lang="nb-NO" dirty="0" err="1"/>
              <a:t>What</a:t>
            </a:r>
            <a:r>
              <a:rPr lang="nb-NO" dirty="0"/>
              <a:t> </a:t>
            </a:r>
            <a:r>
              <a:rPr lang="nb-NO" dirty="0" err="1"/>
              <a:t>would</a:t>
            </a:r>
            <a:r>
              <a:rPr lang="nb-NO" dirty="0"/>
              <a:t> </a:t>
            </a:r>
            <a:r>
              <a:rPr lang="nb-NO" dirty="0" err="1"/>
              <a:t>happen</a:t>
            </a:r>
            <a:r>
              <a:rPr lang="nb-NO" dirty="0"/>
              <a:t> </a:t>
            </a:r>
            <a:r>
              <a:rPr lang="nb-NO" dirty="0" err="1"/>
              <a:t>if</a:t>
            </a:r>
            <a:r>
              <a:rPr lang="nb-NO" dirty="0"/>
              <a:t> </a:t>
            </a:r>
            <a:r>
              <a:rPr lang="nb-NO" dirty="0" err="1"/>
              <a:t>we</a:t>
            </a:r>
            <a:r>
              <a:rPr lang="nb-NO" dirty="0"/>
              <a:t> </a:t>
            </a:r>
            <a:r>
              <a:rPr lang="nb-NO" dirty="0" err="1"/>
              <a:t>could</a:t>
            </a:r>
            <a:r>
              <a:rPr lang="nb-NO" dirty="0"/>
              <a:t> </a:t>
            </a:r>
            <a:r>
              <a:rPr lang="nb-NO" dirty="0" err="1"/>
              <a:t>repeat</a:t>
            </a:r>
            <a:r>
              <a:rPr lang="nb-NO" dirty="0"/>
              <a:t> </a:t>
            </a:r>
            <a:r>
              <a:rPr lang="nb-NO" dirty="0" err="1"/>
              <a:t>the</a:t>
            </a:r>
            <a:r>
              <a:rPr lang="nb-NO" dirty="0"/>
              <a:t> </a:t>
            </a:r>
            <a:r>
              <a:rPr lang="nb-NO" dirty="0" err="1"/>
              <a:t>study</a:t>
            </a:r>
            <a:r>
              <a:rPr lang="nb-NO" dirty="0"/>
              <a:t> </a:t>
            </a:r>
            <a:r>
              <a:rPr lang="nb-NO" dirty="0" err="1"/>
              <a:t>many</a:t>
            </a:r>
            <a:r>
              <a:rPr lang="nb-NO" dirty="0"/>
              <a:t> times?</a:t>
            </a:r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ktangel: avrundede hjørner 5">
                <a:extLst>
                  <a:ext uri="{FF2B5EF4-FFF2-40B4-BE49-F238E27FC236}">
                    <a16:creationId xmlns:a16="http://schemas.microsoft.com/office/drawing/2014/main" id="{8409E84D-2816-8B57-2419-C6B326B8078B}"/>
                  </a:ext>
                </a:extLst>
              </p:cNvPr>
              <p:cNvSpPr/>
              <p:nvPr/>
            </p:nvSpPr>
            <p:spPr>
              <a:xfrm>
                <a:off x="6405751" y="1891405"/>
                <a:ext cx="4618494" cy="728420"/>
              </a:xfrm>
              <a:prstGeom prst="roundRect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nb-NO" sz="280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nb-NO" sz="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nb-NO" sz="28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nb-NO" sz="28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acc>
                      <m:r>
                        <a:rPr lang="nb-NO" sz="2800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nb-NO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nb-NO" sz="28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nb-NO" sz="28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nb-NO" sz="2800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nb-NO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nb-NO" sz="28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nb-NO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nb-NO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sSub>
                        <m:sSubPr>
                          <m:ctrlPr>
                            <a:rPr lang="nb-NO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nb-NO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nb-NO" sz="28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6" name="Rektangel: avrundede hjørner 5">
                <a:extLst>
                  <a:ext uri="{FF2B5EF4-FFF2-40B4-BE49-F238E27FC236}">
                    <a16:creationId xmlns:a16="http://schemas.microsoft.com/office/drawing/2014/main" id="{8409E84D-2816-8B57-2419-C6B326B8078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05751" y="1891405"/>
                <a:ext cx="4618494" cy="728420"/>
              </a:xfrm>
              <a:prstGeom prst="round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Rektangel: avrundede hjørner 7">
            <a:extLst>
              <a:ext uri="{FF2B5EF4-FFF2-40B4-BE49-F238E27FC236}">
                <a16:creationId xmlns:a16="http://schemas.microsoft.com/office/drawing/2014/main" id="{19A88EB0-8DF8-2BD2-D86E-9FB6C3C2DD33}"/>
              </a:ext>
            </a:extLst>
          </p:cNvPr>
          <p:cNvSpPr/>
          <p:nvPr/>
        </p:nvSpPr>
        <p:spPr>
          <a:xfrm>
            <a:off x="5973080" y="2923410"/>
            <a:ext cx="5660492" cy="150484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800" dirty="0"/>
              <a:t>Same estimator, but different sample leads to different estimate</a:t>
            </a:r>
          </a:p>
        </p:txBody>
      </p:sp>
    </p:spTree>
    <p:extLst>
      <p:ext uri="{BB962C8B-B14F-4D97-AF65-F5344CB8AC3E}">
        <p14:creationId xmlns:p14="http://schemas.microsoft.com/office/powerpoint/2010/main" val="59108815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6889A429-F238-AC7A-CAC8-95D93C9A67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dirty="0" err="1"/>
              <a:t>Suppose</a:t>
            </a:r>
            <a:r>
              <a:rPr lang="nb-NO" dirty="0"/>
              <a:t> </a:t>
            </a:r>
            <a:r>
              <a:rPr lang="nb-NO" dirty="0" err="1"/>
              <a:t>we</a:t>
            </a:r>
            <a:r>
              <a:rPr lang="nb-NO" dirty="0"/>
              <a:t> </a:t>
            </a:r>
            <a:r>
              <a:rPr lang="nb-NO" dirty="0" err="1"/>
              <a:t>knew</a:t>
            </a:r>
            <a:r>
              <a:rPr lang="nb-NO" dirty="0"/>
              <a:t> </a:t>
            </a:r>
            <a:r>
              <a:rPr lang="nb-NO" dirty="0" err="1"/>
              <a:t>the</a:t>
            </a:r>
            <a:r>
              <a:rPr lang="nb-NO" dirty="0"/>
              <a:t> </a:t>
            </a:r>
            <a:r>
              <a:rPr lang="nb-NO" dirty="0" err="1"/>
              <a:t>truth</a:t>
            </a:r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Plassholder for innhold 2">
                <a:extLst>
                  <a:ext uri="{FF2B5EF4-FFF2-40B4-BE49-F238E27FC236}">
                    <a16:creationId xmlns:a16="http://schemas.microsoft.com/office/drawing/2014/main" id="{2485AF4E-3888-5182-BBA7-DEFB3ABD6819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>
              <a:xfrm>
                <a:off x="838200" y="2549641"/>
                <a:ext cx="4688247" cy="3627322"/>
              </a:xfrm>
            </p:spPr>
            <p:txBody>
              <a:bodyPr>
                <a:normAutofit fontScale="85000" lnSpcReduction="20000"/>
              </a:bodyPr>
              <a:lstStyle/>
              <a:p>
                <a:pPr marL="0" indent="0">
                  <a:buNone/>
                </a:pPr>
                <a:r>
                  <a:rPr lang="nb-NO" dirty="0" err="1"/>
                  <a:t>We</a:t>
                </a:r>
                <a:r>
                  <a:rPr lang="nb-NO" dirty="0"/>
                  <a:t> </a:t>
                </a:r>
                <a:r>
                  <a:rPr lang="nb-NO" dirty="0" err="1"/>
                  <a:t>know</a:t>
                </a:r>
                <a:r>
                  <a:rPr lang="nb-NO" dirty="0"/>
                  <a:t> </a:t>
                </a:r>
                <a:r>
                  <a:rPr lang="nb-NO" dirty="0" err="1"/>
                  <a:t>the</a:t>
                </a:r>
                <a:r>
                  <a:rPr lang="nb-NO" dirty="0"/>
                  <a:t> true </a:t>
                </a:r>
                <a:r>
                  <a:rPr lang="nb-NO" dirty="0" err="1"/>
                  <a:t>population</a:t>
                </a:r>
                <a:r>
                  <a:rPr lang="nb-NO" dirty="0"/>
                  <a:t> </a:t>
                </a:r>
                <a:r>
                  <a:rPr lang="nb-NO" dirty="0" err="1"/>
                  <a:t>model</a:t>
                </a:r>
                <a:r>
                  <a:rPr lang="nb-NO" dirty="0"/>
                  <a:t>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nb-NO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nb-NO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nb-NO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nb-NO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nb-NO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nb-NO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nb-NO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nb-NO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nb-NO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nb-NO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nb-NO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nb-NO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sSub>
                        <m:sSubPr>
                          <m:ctrlPr>
                            <a:rPr lang="nb-NO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nb-NO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nb-NO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nb-NO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nb-NO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nb-NO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nb-NO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nb-NO" dirty="0"/>
              </a:p>
              <a:p>
                <a:pPr marL="0" indent="0">
                  <a:buNone/>
                </a:pPr>
                <a:r>
                  <a:rPr lang="nb-NO" dirty="0" err="1"/>
                  <a:t>We</a:t>
                </a:r>
                <a:r>
                  <a:rPr lang="nb-NO" dirty="0"/>
                  <a:t> </a:t>
                </a:r>
                <a:r>
                  <a:rPr lang="nb-NO" dirty="0" err="1"/>
                  <a:t>know</a:t>
                </a:r>
                <a:r>
                  <a:rPr lang="nb-NO" dirty="0"/>
                  <a:t> </a:t>
                </a:r>
                <a:r>
                  <a:rPr lang="nb-NO" dirty="0" err="1"/>
                  <a:t>the</a:t>
                </a:r>
                <a:r>
                  <a:rPr lang="nb-NO" dirty="0"/>
                  <a:t> true </a:t>
                </a:r>
                <a:r>
                  <a:rPr lang="nb-NO" dirty="0" err="1"/>
                  <a:t>population</a:t>
                </a:r>
                <a:r>
                  <a:rPr lang="nb-NO" dirty="0"/>
                  <a:t> parameters: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nb-NO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nb-NO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nb-NO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nb-NO" b="0" i="1" smtClean="0">
                          <a:latin typeface="Cambria Math" panose="02040503050406030204" pitchFamily="18" charset="0"/>
                        </a:rPr>
                        <m:t>=80</m:t>
                      </m:r>
                    </m:oMath>
                  </m:oMathPara>
                </a14:m>
                <a:endParaRPr lang="en-GB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nb-NO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nb-NO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nb-NO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nb-NO" b="0" i="1" smtClean="0">
                          <a:latin typeface="Cambria Math" panose="02040503050406030204" pitchFamily="18" charset="0"/>
                        </a:rPr>
                        <m:t>=0.1</m:t>
                      </m:r>
                    </m:oMath>
                  </m:oMathPara>
                </a14:m>
                <a:endParaRPr lang="en-GB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nb-NO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nb-NO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nb-NO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nb-NO" b="0" i="1" smtClean="0">
                          <a:latin typeface="Cambria Math" panose="02040503050406030204" pitchFamily="18" charset="0"/>
                        </a:rPr>
                        <m:t>~</m:t>
                      </m:r>
                      <m:r>
                        <a:rPr lang="nb-NO" b="0" i="1" smtClean="0">
                          <a:latin typeface="Cambria Math" panose="02040503050406030204" pitchFamily="18" charset="0"/>
                        </a:rPr>
                        <m:t>𝑁</m:t>
                      </m:r>
                      <m:r>
                        <a:rPr lang="nb-NO" b="0" i="1" smtClean="0">
                          <a:latin typeface="Cambria Math" panose="02040503050406030204" pitchFamily="18" charset="0"/>
                        </a:rPr>
                        <m:t>(0,</m:t>
                      </m:r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nb-NO" b="0" i="1" smtClean="0">
                              <a:latin typeface="Cambria Math" panose="02040503050406030204" pitchFamily="18" charset="0"/>
                            </a:rPr>
                            <m:t>50</m:t>
                          </m:r>
                        </m:e>
                        <m:sup>
                          <m:r>
                            <a:rPr lang="nb-NO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nb-NO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GB" dirty="0"/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:r>
                  <a:rPr lang="nb-NO" dirty="0" err="1"/>
                  <a:t>Some</a:t>
                </a:r>
                <a:r>
                  <a:rPr lang="nb-NO" dirty="0"/>
                  <a:t> </a:t>
                </a:r>
                <a:r>
                  <a:rPr lang="nb-NO" dirty="0" err="1"/>
                  <a:t>researchers</a:t>
                </a:r>
                <a:r>
                  <a:rPr lang="nb-NO" dirty="0"/>
                  <a:t> </a:t>
                </a:r>
                <a:r>
                  <a:rPr lang="nb-NO" dirty="0" err="1"/>
                  <a:t>conduct</a:t>
                </a:r>
                <a:r>
                  <a:rPr lang="nb-NO" dirty="0"/>
                  <a:t> a survey in </a:t>
                </a:r>
                <a:r>
                  <a:rPr lang="nb-NO" dirty="0" err="1"/>
                  <a:t>this</a:t>
                </a:r>
                <a:r>
                  <a:rPr lang="nb-NO" dirty="0"/>
                  <a:t> </a:t>
                </a:r>
                <a:r>
                  <a:rPr lang="nb-NO" dirty="0" err="1"/>
                  <a:t>population</a:t>
                </a:r>
                <a:r>
                  <a:rPr lang="nb-NO" dirty="0"/>
                  <a:t>.</a:t>
                </a:r>
                <a:endParaRPr lang="en-GB" dirty="0"/>
              </a:p>
              <a:p>
                <a:pPr marL="0" indent="0">
                  <a:buNone/>
                </a:pPr>
                <a:endParaRPr lang="en-GB" dirty="0"/>
              </a:p>
            </p:txBody>
          </p:sp>
        </mc:Choice>
        <mc:Fallback xmlns="">
          <p:sp>
            <p:nvSpPr>
              <p:cNvPr id="3" name="Plassholder for innhold 2">
                <a:extLst>
                  <a:ext uri="{FF2B5EF4-FFF2-40B4-BE49-F238E27FC236}">
                    <a16:creationId xmlns:a16="http://schemas.microsoft.com/office/drawing/2014/main" id="{2485AF4E-3888-5182-BBA7-DEFB3ABD681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838200" y="2549641"/>
                <a:ext cx="4688247" cy="3627322"/>
              </a:xfrm>
              <a:blipFill>
                <a:blip r:embed="rId2"/>
                <a:stretch>
                  <a:fillRect l="-2081" t="-4034" b="-285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Plassholder for innhold 3">
            <a:extLst>
              <a:ext uri="{FF2B5EF4-FFF2-40B4-BE49-F238E27FC236}">
                <a16:creationId xmlns:a16="http://schemas.microsoft.com/office/drawing/2014/main" id="{123D0207-BDA5-DAA5-6A4E-F77144CB3C3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926915" y="2389453"/>
            <a:ext cx="5853494" cy="3787509"/>
          </a:xfrm>
        </p:spPr>
        <p:txBody>
          <a:bodyPr>
            <a:normAutofit fontScale="85000" lnSpcReduction="20000"/>
          </a:bodyPr>
          <a:lstStyle/>
          <a:p>
            <a:r>
              <a:rPr lang="nb-NO" dirty="0" err="1"/>
              <a:t>They</a:t>
            </a:r>
            <a:r>
              <a:rPr lang="nb-NO" dirty="0"/>
              <a:t> </a:t>
            </a:r>
            <a:r>
              <a:rPr lang="nb-NO" dirty="0" err="1"/>
              <a:t>collect</a:t>
            </a:r>
            <a:r>
              <a:rPr lang="nb-NO" dirty="0"/>
              <a:t> a random sample </a:t>
            </a:r>
            <a:r>
              <a:rPr lang="nb-NO" dirty="0" err="1"/>
              <a:t>of</a:t>
            </a:r>
            <a:r>
              <a:rPr lang="nb-NO" dirty="0"/>
              <a:t> </a:t>
            </a:r>
            <a:r>
              <a:rPr lang="nb-NO" b="1" dirty="0"/>
              <a:t>40 households</a:t>
            </a:r>
            <a:r>
              <a:rPr lang="nb-NO" dirty="0"/>
              <a:t> and </a:t>
            </a:r>
            <a:r>
              <a:rPr lang="nb-NO" dirty="0" err="1"/>
              <a:t>estimate</a:t>
            </a:r>
            <a:r>
              <a:rPr lang="nb-NO" dirty="0"/>
              <a:t> a </a:t>
            </a:r>
            <a:r>
              <a:rPr lang="nb-NO" dirty="0" err="1"/>
              <a:t>regression</a:t>
            </a:r>
            <a:r>
              <a:rPr lang="nb-NO" dirty="0"/>
              <a:t> from </a:t>
            </a:r>
            <a:r>
              <a:rPr lang="nb-NO" dirty="0" err="1"/>
              <a:t>the</a:t>
            </a:r>
            <a:r>
              <a:rPr lang="nb-NO" dirty="0"/>
              <a:t> sample.</a:t>
            </a:r>
          </a:p>
          <a:p>
            <a:r>
              <a:rPr lang="nb-NO" dirty="0" err="1"/>
              <a:t>What</a:t>
            </a:r>
            <a:r>
              <a:rPr lang="nb-NO" dirty="0"/>
              <a:t> </a:t>
            </a:r>
            <a:r>
              <a:rPr lang="nb-NO" dirty="0" err="1"/>
              <a:t>estimates</a:t>
            </a:r>
            <a:r>
              <a:rPr lang="nb-NO" dirty="0"/>
              <a:t> </a:t>
            </a:r>
            <a:r>
              <a:rPr lang="nb-NO" dirty="0" err="1"/>
              <a:t>will</a:t>
            </a:r>
            <a:r>
              <a:rPr lang="nb-NO" dirty="0"/>
              <a:t> </a:t>
            </a:r>
            <a:r>
              <a:rPr lang="nb-NO" dirty="0" err="1"/>
              <a:t>they</a:t>
            </a:r>
            <a:r>
              <a:rPr lang="nb-NO" dirty="0"/>
              <a:t> </a:t>
            </a:r>
            <a:r>
              <a:rPr lang="nb-NO" dirty="0" err="1"/>
              <a:t>get</a:t>
            </a:r>
            <a:r>
              <a:rPr lang="nb-NO" dirty="0"/>
              <a:t>?</a:t>
            </a:r>
          </a:p>
          <a:p>
            <a:r>
              <a:rPr lang="nb-NO" dirty="0"/>
              <a:t>Will </a:t>
            </a:r>
            <a:r>
              <a:rPr lang="nb-NO" dirty="0" err="1"/>
              <a:t>they</a:t>
            </a:r>
            <a:r>
              <a:rPr lang="nb-NO" dirty="0"/>
              <a:t> </a:t>
            </a:r>
            <a:r>
              <a:rPr lang="nb-NO" dirty="0" err="1"/>
              <a:t>estimate</a:t>
            </a:r>
            <a:r>
              <a:rPr lang="nb-NO" dirty="0"/>
              <a:t> </a:t>
            </a:r>
            <a:r>
              <a:rPr lang="nb-NO" dirty="0" err="1"/>
              <a:t>exactly</a:t>
            </a:r>
            <a:endParaRPr lang="nb-NO" dirty="0"/>
          </a:p>
          <a:p>
            <a:r>
              <a:rPr lang="nb-NO" dirty="0"/>
              <a:t>And </a:t>
            </a:r>
            <a:r>
              <a:rPr lang="nb-NO" dirty="0" err="1"/>
              <a:t>what</a:t>
            </a:r>
            <a:r>
              <a:rPr lang="nb-NO" dirty="0"/>
              <a:t> </a:t>
            </a:r>
            <a:r>
              <a:rPr lang="nb-NO" dirty="0" err="1"/>
              <a:t>happens</a:t>
            </a:r>
            <a:r>
              <a:rPr lang="nb-NO" dirty="0"/>
              <a:t> </a:t>
            </a:r>
            <a:r>
              <a:rPr lang="nb-NO" dirty="0" err="1"/>
              <a:t>if</a:t>
            </a:r>
            <a:r>
              <a:rPr lang="nb-NO" dirty="0"/>
              <a:t> </a:t>
            </a:r>
            <a:r>
              <a:rPr lang="nb-NO" dirty="0" err="1"/>
              <a:t>another</a:t>
            </a:r>
            <a:r>
              <a:rPr lang="nb-NO" dirty="0"/>
              <a:t> </a:t>
            </a:r>
            <a:r>
              <a:rPr lang="nb-NO" dirty="0" err="1"/>
              <a:t>researcher</a:t>
            </a:r>
            <a:r>
              <a:rPr lang="nb-NO" dirty="0"/>
              <a:t> </a:t>
            </a:r>
            <a:r>
              <a:rPr lang="nb-NO" dirty="0" err="1"/>
              <a:t>collects</a:t>
            </a:r>
            <a:r>
              <a:rPr lang="nb-NO" dirty="0"/>
              <a:t> </a:t>
            </a:r>
            <a:r>
              <a:rPr lang="nb-NO" b="1" dirty="0" err="1"/>
              <a:t>another</a:t>
            </a:r>
            <a:r>
              <a:rPr lang="nb-NO" b="1" dirty="0"/>
              <a:t> sample </a:t>
            </a:r>
            <a:r>
              <a:rPr lang="nb-NO" b="1" dirty="0" err="1"/>
              <a:t>of</a:t>
            </a:r>
            <a:r>
              <a:rPr lang="nb-NO" b="1" dirty="0"/>
              <a:t> 40 households</a:t>
            </a:r>
            <a:r>
              <a:rPr lang="nb-NO" dirty="0"/>
              <a:t>?</a:t>
            </a:r>
          </a:p>
          <a:p>
            <a:r>
              <a:rPr lang="nb-NO" dirty="0" err="1"/>
              <a:t>We</a:t>
            </a:r>
            <a:r>
              <a:rPr lang="nb-NO" dirty="0"/>
              <a:t> </a:t>
            </a:r>
            <a:r>
              <a:rPr lang="nb-NO" dirty="0" err="1"/>
              <a:t>can</a:t>
            </a:r>
            <a:r>
              <a:rPr lang="nb-NO" dirty="0"/>
              <a:t> </a:t>
            </a:r>
            <a:r>
              <a:rPr lang="nb-NO" dirty="0" err="1"/>
              <a:t>recreate</a:t>
            </a:r>
            <a:r>
              <a:rPr lang="nb-NO" dirty="0"/>
              <a:t> </a:t>
            </a:r>
            <a:r>
              <a:rPr lang="nb-NO" dirty="0" err="1"/>
              <a:t>this</a:t>
            </a:r>
            <a:r>
              <a:rPr lang="nb-NO" dirty="0"/>
              <a:t> </a:t>
            </a:r>
            <a:r>
              <a:rPr lang="nb-NO" dirty="0" err="1"/>
              <a:t>experiment</a:t>
            </a:r>
            <a:r>
              <a:rPr lang="nb-NO" dirty="0"/>
              <a:t> </a:t>
            </a:r>
            <a:r>
              <a:rPr lang="nb-NO" dirty="0" err="1"/>
              <a:t>on</a:t>
            </a:r>
            <a:r>
              <a:rPr lang="nb-NO" dirty="0"/>
              <a:t> a computer and </a:t>
            </a:r>
            <a:r>
              <a:rPr lang="nb-NO" dirty="0" err="1"/>
              <a:t>repeat</a:t>
            </a:r>
            <a:r>
              <a:rPr lang="nb-NO" dirty="0"/>
              <a:t> it </a:t>
            </a:r>
            <a:r>
              <a:rPr lang="nb-NO" dirty="0" err="1"/>
              <a:t>many</a:t>
            </a:r>
            <a:r>
              <a:rPr lang="nb-NO" dirty="0"/>
              <a:t> times.</a:t>
            </a:r>
          </a:p>
        </p:txBody>
      </p:sp>
      <p:sp>
        <p:nvSpPr>
          <p:cNvPr id="6" name="Rektangel: avrundede hjørner 5">
            <a:extLst>
              <a:ext uri="{FF2B5EF4-FFF2-40B4-BE49-F238E27FC236}">
                <a16:creationId xmlns:a16="http://schemas.microsoft.com/office/drawing/2014/main" id="{238CE282-45F2-6F83-E171-1B1409909A1E}"/>
              </a:ext>
            </a:extLst>
          </p:cNvPr>
          <p:cNvSpPr/>
          <p:nvPr/>
        </p:nvSpPr>
        <p:spPr>
          <a:xfrm>
            <a:off x="632098" y="1484781"/>
            <a:ext cx="5100449" cy="728420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b-NO" sz="2800" dirty="0"/>
              <a:t>Imagine </a:t>
            </a:r>
            <a:r>
              <a:rPr lang="nb-NO" sz="2800" dirty="0" err="1"/>
              <a:t>that</a:t>
            </a:r>
            <a:r>
              <a:rPr lang="nb-NO" sz="2800" dirty="0"/>
              <a:t> </a:t>
            </a:r>
            <a:r>
              <a:rPr lang="nb-NO" sz="2800" dirty="0" err="1"/>
              <a:t>we</a:t>
            </a:r>
            <a:r>
              <a:rPr lang="nb-NO" sz="2800" dirty="0"/>
              <a:t> </a:t>
            </a:r>
            <a:r>
              <a:rPr lang="nb-NO" sz="2800" dirty="0" err="1"/>
              <a:t>are</a:t>
            </a:r>
            <a:r>
              <a:rPr lang="nb-NO" sz="2800" dirty="0"/>
              <a:t> </a:t>
            </a:r>
            <a:r>
              <a:rPr lang="nb-NO" sz="2800" b="1" dirty="0" err="1"/>
              <a:t>psychic</a:t>
            </a:r>
            <a:endParaRPr lang="en-GB" sz="2800" dirty="0"/>
          </a:p>
        </p:txBody>
      </p:sp>
      <p:sp>
        <p:nvSpPr>
          <p:cNvPr id="8" name="Rektangel: avrundede hjørner 7">
            <a:extLst>
              <a:ext uri="{FF2B5EF4-FFF2-40B4-BE49-F238E27FC236}">
                <a16:creationId xmlns:a16="http://schemas.microsoft.com/office/drawing/2014/main" id="{08D5ECF9-7787-F92C-7D48-C5CE30EDA469}"/>
              </a:ext>
            </a:extLst>
          </p:cNvPr>
          <p:cNvSpPr/>
          <p:nvPr/>
        </p:nvSpPr>
        <p:spPr>
          <a:xfrm>
            <a:off x="6280660" y="6021723"/>
            <a:ext cx="4790032" cy="594027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/>
              <a:t>This is called a Monte Carlo simulation.</a:t>
            </a:r>
          </a:p>
        </p:txBody>
      </p:sp>
    </p:spTree>
    <p:extLst>
      <p:ext uri="{BB962C8B-B14F-4D97-AF65-F5344CB8AC3E}">
        <p14:creationId xmlns:p14="http://schemas.microsoft.com/office/powerpoint/2010/main" val="354875106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1276D556-9170-D97F-01F0-E714A67ED8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dirty="0"/>
              <a:t>Monte Carlo </a:t>
            </a:r>
            <a:r>
              <a:rPr lang="nb-NO" dirty="0" err="1"/>
              <a:t>simulation</a:t>
            </a:r>
            <a:r>
              <a:rPr lang="nb-NO" dirty="0"/>
              <a:t>: </a:t>
            </a:r>
            <a:r>
              <a:rPr lang="nb-NO" dirty="0" err="1"/>
              <a:t>the</a:t>
            </a:r>
            <a:r>
              <a:rPr lang="nb-NO" dirty="0"/>
              <a:t> </a:t>
            </a:r>
            <a:r>
              <a:rPr lang="nb-NO" dirty="0" err="1"/>
              <a:t>idea</a:t>
            </a:r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Plassholder for innhold 2">
                <a:extLst>
                  <a:ext uri="{FF2B5EF4-FFF2-40B4-BE49-F238E27FC236}">
                    <a16:creationId xmlns:a16="http://schemas.microsoft.com/office/drawing/2014/main" id="{58F6A6C6-6DFE-5693-8760-07793E5220A9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/>
            <p:txBody>
              <a:bodyPr>
                <a:normAutofit fontScale="92500" lnSpcReduction="20000"/>
              </a:bodyPr>
              <a:lstStyle/>
              <a:p>
                <a:pPr marL="0" indent="0">
                  <a:buNone/>
                </a:pPr>
                <a:r>
                  <a:rPr lang="nb-NO" dirty="0"/>
                  <a:t>We </a:t>
                </a:r>
                <a:r>
                  <a:rPr lang="nb-NO" dirty="0" err="1"/>
                  <a:t>know</a:t>
                </a:r>
                <a:r>
                  <a:rPr lang="nb-NO" dirty="0"/>
                  <a:t> </a:t>
                </a:r>
                <a:r>
                  <a:rPr lang="nb-NO" dirty="0" err="1"/>
                  <a:t>the</a:t>
                </a:r>
                <a:r>
                  <a:rPr lang="nb-NO" dirty="0"/>
                  <a:t> true </a:t>
                </a:r>
                <a:r>
                  <a:rPr lang="nb-NO" dirty="0" err="1"/>
                  <a:t>population</a:t>
                </a:r>
                <a:r>
                  <a:rPr lang="nb-NO" dirty="0"/>
                  <a:t> </a:t>
                </a:r>
                <a:r>
                  <a:rPr lang="nb-NO" dirty="0" err="1"/>
                  <a:t>model</a:t>
                </a:r>
                <a:r>
                  <a:rPr lang="nb-NO" dirty="0"/>
                  <a:t>:</a:t>
                </a:r>
              </a:p>
              <a:p>
                <a:pPr marL="0" indent="0">
                  <a:buNone/>
                </a:pPr>
                <a:endParaRPr lang="nb-NO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nb-NO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nb-NO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nb-NO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nb-NO">
                          <a:latin typeface="Cambria Math" panose="02040503050406030204" pitchFamily="18" charset="0"/>
                        </a:rPr>
                        <m:t>=80+0.10</m:t>
                      </m:r>
                      <m:sSub>
                        <m:sSubPr>
                          <m:ctrlPr>
                            <a:rPr lang="nb-NO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nb-NO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nb-NO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nb-NO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nb-NO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nb-NO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nb-NO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nb-NO" dirty="0"/>
              </a:p>
              <a:p>
                <a:pPr marL="0" indent="0">
                  <a:buNone/>
                </a:pPr>
                <a:endParaRPr lang="nb-NO" dirty="0"/>
              </a:p>
              <a:p>
                <a:pPr marL="0" indent="0">
                  <a:buNone/>
                </a:pPr>
                <a:r>
                  <a:rPr lang="nb-NO" dirty="0" err="1"/>
                  <a:t>with</a:t>
                </a:r>
                <a:endParaRPr lang="nb-NO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nb-NO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nb-NO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nb-NO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nb-NO">
                          <a:latin typeface="Cambria Math" panose="02040503050406030204" pitchFamily="18" charset="0"/>
                        </a:rPr>
                        <m:t>=80</m:t>
                      </m:r>
                    </m:oMath>
                  </m:oMathPara>
                </a14:m>
                <a:endParaRPr lang="nb-NO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nb-NO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nb-NO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nb-NO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nb-NO">
                          <a:latin typeface="Cambria Math" panose="02040503050406030204" pitchFamily="18" charset="0"/>
                        </a:rPr>
                        <m:t>=0.10</m:t>
                      </m:r>
                    </m:oMath>
                  </m:oMathPara>
                </a14:m>
                <a:endParaRPr lang="nb-NO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nb-NO" i="1">
                          <a:latin typeface="Cambria Math" panose="02040503050406030204" pitchFamily="18" charset="0"/>
                        </a:rPr>
                        <m:t>𝜎</m:t>
                      </m:r>
                      <m:r>
                        <a:rPr lang="nb-NO">
                          <a:latin typeface="Cambria Math" panose="02040503050406030204" pitchFamily="18" charset="0"/>
                        </a:rPr>
                        <m:t>=50</m:t>
                      </m:r>
                    </m:oMath>
                  </m:oMathPara>
                </a14:m>
                <a:endParaRPr lang="nb-NO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nb-NO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nb-NO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nb-NO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nb-NO" i="1">
                          <a:latin typeface="Cambria Math" panose="02040503050406030204" pitchFamily="18" charset="0"/>
                        </a:rPr>
                        <m:t>~</m:t>
                      </m:r>
                      <m:r>
                        <a:rPr lang="nb-NO" i="1">
                          <a:latin typeface="Cambria Math" panose="02040503050406030204" pitchFamily="18" charset="0"/>
                        </a:rPr>
                        <m:t>𝑁</m:t>
                      </m:r>
                      <m:r>
                        <a:rPr lang="nb-NO" i="1">
                          <a:latin typeface="Cambria Math" panose="02040503050406030204" pitchFamily="18" charset="0"/>
                        </a:rPr>
                        <m:t>(0,</m:t>
                      </m:r>
                      <m:sSup>
                        <m:sSup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nb-NO" i="1">
                              <a:latin typeface="Cambria Math" panose="02040503050406030204" pitchFamily="18" charset="0"/>
                            </a:rPr>
                            <m:t>50</m:t>
                          </m:r>
                        </m:e>
                        <m:sup>
                          <m:r>
                            <a:rPr lang="nb-NO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nb-NO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GB" dirty="0"/>
              </a:p>
              <a:p>
                <a:pPr marL="0" indent="0">
                  <a:buNone/>
                </a:pPr>
                <a:endParaRPr lang="nb-NO" dirty="0"/>
              </a:p>
              <a:p>
                <a:endParaRPr lang="en-GB" dirty="0"/>
              </a:p>
            </p:txBody>
          </p:sp>
        </mc:Choice>
        <mc:Fallback xmlns="">
          <p:sp>
            <p:nvSpPr>
              <p:cNvPr id="3" name="Plassholder for innhold 2">
                <a:extLst>
                  <a:ext uri="{FF2B5EF4-FFF2-40B4-BE49-F238E27FC236}">
                    <a16:creationId xmlns:a16="http://schemas.microsoft.com/office/drawing/2014/main" id="{58F6A6C6-6DFE-5693-8760-07793E5220A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blipFill>
                <a:blip r:embed="rId2"/>
                <a:stretch>
                  <a:fillRect l="-2118" t="-392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Plassholder for innhold 3">
                <a:extLst>
                  <a:ext uri="{FF2B5EF4-FFF2-40B4-BE49-F238E27FC236}">
                    <a16:creationId xmlns:a16="http://schemas.microsoft.com/office/drawing/2014/main" id="{FED57B94-4EC6-D57B-A488-FFA9A9CDDF08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/>
            <p:txBody>
              <a:bodyPr>
                <a:normAutofit fontScale="92500" lnSpcReduction="20000"/>
              </a:bodyPr>
              <a:lstStyle/>
              <a:p>
                <a:pPr marL="0" indent="0">
                  <a:buNone/>
                </a:pPr>
                <a:r>
                  <a:rPr lang="nb-NO" dirty="0" err="1"/>
                  <a:t>Then</a:t>
                </a:r>
                <a:r>
                  <a:rPr lang="nb-NO" dirty="0"/>
                  <a:t> </a:t>
                </a:r>
                <a:r>
                  <a:rPr lang="nb-NO" dirty="0" err="1"/>
                  <a:t>we</a:t>
                </a:r>
                <a:r>
                  <a:rPr lang="nb-NO" dirty="0"/>
                  <a:t> </a:t>
                </a:r>
                <a:r>
                  <a:rPr lang="nb-NO" dirty="0" err="1"/>
                  <a:t>repeat</a:t>
                </a:r>
                <a:r>
                  <a:rPr lang="nb-NO" dirty="0"/>
                  <a:t> </a:t>
                </a:r>
                <a:r>
                  <a:rPr lang="nb-NO" dirty="0" err="1"/>
                  <a:t>the</a:t>
                </a:r>
                <a:r>
                  <a:rPr lang="nb-NO" dirty="0"/>
                  <a:t> same </a:t>
                </a:r>
                <a:r>
                  <a:rPr lang="nb-NO" dirty="0" err="1"/>
                  <a:t>experiment</a:t>
                </a:r>
                <a:r>
                  <a:rPr lang="nb-NO" dirty="0"/>
                  <a:t> </a:t>
                </a:r>
                <a:r>
                  <a:rPr lang="nb-NO" dirty="0" err="1"/>
                  <a:t>many</a:t>
                </a:r>
                <a:r>
                  <a:rPr lang="nb-NO" dirty="0"/>
                  <a:t> times:</a:t>
                </a:r>
              </a:p>
              <a:p>
                <a:pPr marL="514350" indent="-514350">
                  <a:buFont typeface="+mj-lt"/>
                  <a:buAutoNum type="arabicPeriod"/>
                </a:pPr>
                <a:r>
                  <a:rPr lang="nb-NO" dirty="0" err="1"/>
                  <a:t>Keep</a:t>
                </a:r>
                <a:r>
                  <a:rPr lang="nb-NO" dirty="0"/>
                  <a:t> </a:t>
                </a:r>
                <a:r>
                  <a:rPr lang="nb-NO" dirty="0" err="1"/>
                  <a:t>the</a:t>
                </a:r>
                <a:r>
                  <a:rPr lang="nb-NO" dirty="0"/>
                  <a:t> </a:t>
                </a:r>
                <a:r>
                  <a:rPr lang="nb-NO" dirty="0" err="1"/>
                  <a:t>income</a:t>
                </a:r>
                <a:r>
                  <a:rPr lang="nb-NO" dirty="0"/>
                  <a:t> </a:t>
                </a:r>
                <a:r>
                  <a:rPr lang="nb-NO" dirty="0" err="1"/>
                  <a:t>values</a:t>
                </a:r>
                <a:r>
                  <a:rPr lang="nb-NO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nb-NO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b-NO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nb-NO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nb-NO" dirty="0"/>
                  <a:t> </a:t>
                </a:r>
                <a:r>
                  <a:rPr lang="nb-NO" dirty="0" err="1"/>
                  <a:t>fixed</a:t>
                </a:r>
                <a:r>
                  <a:rPr lang="nb-NO" dirty="0"/>
                  <a:t>.</a:t>
                </a:r>
              </a:p>
              <a:p>
                <a:pPr marL="514350" indent="-514350">
                  <a:buFont typeface="+mj-lt"/>
                  <a:buAutoNum type="arabicPeriod"/>
                </a:pPr>
                <a:r>
                  <a:rPr lang="nb-NO" dirty="0"/>
                  <a:t>Draw a </a:t>
                </a:r>
                <a:r>
                  <a:rPr lang="nb-NO" dirty="0" err="1"/>
                  <a:t>new</a:t>
                </a:r>
                <a:r>
                  <a:rPr lang="nb-NO" dirty="0"/>
                  <a:t> random </a:t>
                </a:r>
                <a:r>
                  <a:rPr lang="nb-NO" dirty="0" err="1"/>
                  <a:t>error</a:t>
                </a:r>
                <a:r>
                  <a:rPr lang="nb-NO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nb-NO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b-NO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nb-NO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nb-NO" dirty="0"/>
                  <a:t> for </a:t>
                </a:r>
                <a:r>
                  <a:rPr lang="nb-NO" dirty="0" err="1"/>
                  <a:t>each</a:t>
                </a:r>
                <a:r>
                  <a:rPr lang="nb-NO" dirty="0"/>
                  <a:t> household.</a:t>
                </a:r>
              </a:p>
              <a:p>
                <a:pPr marL="514350" indent="-514350">
                  <a:buFont typeface="+mj-lt"/>
                  <a:buAutoNum type="arabicPeriod"/>
                </a:pPr>
                <a:r>
                  <a:rPr lang="nb-NO" dirty="0" err="1"/>
                  <a:t>Generate</a:t>
                </a:r>
                <a:r>
                  <a:rPr lang="nb-NO" dirty="0"/>
                  <a:t> a </a:t>
                </a:r>
                <a:r>
                  <a:rPr lang="nb-NO" dirty="0" err="1"/>
                  <a:t>new</a:t>
                </a:r>
                <a:r>
                  <a:rPr lang="nb-NO" dirty="0"/>
                  <a:t> </a:t>
                </a:r>
                <a:r>
                  <a:rPr lang="nb-NO" dirty="0" err="1"/>
                  <a:t>food</a:t>
                </a:r>
                <a:r>
                  <a:rPr lang="nb-NO" dirty="0"/>
                  <a:t> </a:t>
                </a:r>
                <a:r>
                  <a:rPr lang="nb-NO" dirty="0" err="1"/>
                  <a:t>expenditure</a:t>
                </a:r>
                <a:r>
                  <a:rPr lang="nb-NO" dirty="0"/>
                  <a:t> </a:t>
                </a:r>
                <a:r>
                  <a:rPr lang="nb-NO" dirty="0" err="1"/>
                  <a:t>value</a:t>
                </a:r>
                <a:endParaRPr lang="nb-NO" dirty="0"/>
              </a:p>
              <a:p>
                <a:pPr marL="514350" indent="-514350">
                  <a:buFont typeface="+mj-lt"/>
                  <a:buAutoNum type="arabicPeriod"/>
                </a:pPr>
                <a:r>
                  <a:rPr lang="nb-NO" dirty="0" err="1"/>
                  <a:t>Estimate</a:t>
                </a:r>
                <a:r>
                  <a:rPr lang="nb-NO" dirty="0"/>
                  <a:t> </a:t>
                </a:r>
                <a:r>
                  <a:rPr lang="nb-NO" dirty="0" err="1"/>
                  <a:t>the</a:t>
                </a:r>
                <a:r>
                  <a:rPr lang="nb-NO" dirty="0"/>
                  <a:t> </a:t>
                </a:r>
                <a:r>
                  <a:rPr lang="nb-NO" dirty="0" err="1"/>
                  <a:t>regression</a:t>
                </a:r>
                <a:r>
                  <a:rPr lang="nb-NO" dirty="0"/>
                  <a:t> and record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nb-NO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b-NO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nb-NO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nb-NO" dirty="0"/>
                  <a:t>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nb-NO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b-NO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nb-NO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nb-NO" dirty="0"/>
                  <a:t>.</a:t>
                </a:r>
              </a:p>
              <a:p>
                <a:pPr marL="514350" indent="-514350">
                  <a:buFont typeface="+mj-lt"/>
                  <a:buAutoNum type="arabicPeriod"/>
                </a:pPr>
                <a:r>
                  <a:rPr lang="nb-NO" dirty="0" err="1"/>
                  <a:t>Repeat</a:t>
                </a:r>
                <a:r>
                  <a:rPr lang="nb-NO" dirty="0"/>
                  <a:t> </a:t>
                </a:r>
                <a:r>
                  <a:rPr lang="nb-NO" dirty="0" err="1"/>
                  <a:t>the</a:t>
                </a:r>
                <a:r>
                  <a:rPr lang="nb-NO" dirty="0"/>
                  <a:t> </a:t>
                </a:r>
                <a:r>
                  <a:rPr lang="nb-NO" dirty="0" err="1"/>
                  <a:t>process</a:t>
                </a:r>
                <a:r>
                  <a:rPr lang="nb-NO" dirty="0"/>
                  <a:t> </a:t>
                </a:r>
                <a:r>
                  <a:rPr lang="nb-NO" dirty="0" err="1"/>
                  <a:t>many</a:t>
                </a:r>
                <a:r>
                  <a:rPr lang="nb-NO" dirty="0"/>
                  <a:t> times.</a:t>
                </a:r>
                <a:endParaRPr lang="en-GB" dirty="0"/>
              </a:p>
            </p:txBody>
          </p:sp>
        </mc:Choice>
        <mc:Fallback xmlns="">
          <p:sp>
            <p:nvSpPr>
              <p:cNvPr id="4" name="Plassholder for innhold 3">
                <a:extLst>
                  <a:ext uri="{FF2B5EF4-FFF2-40B4-BE49-F238E27FC236}">
                    <a16:creationId xmlns:a16="http://schemas.microsoft.com/office/drawing/2014/main" id="{FED57B94-4EC6-D57B-A488-FFA9A9CDDF0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blipFill>
                <a:blip r:embed="rId3"/>
                <a:stretch>
                  <a:fillRect l="-2118" t="-392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Ellipse 5">
            <a:extLst>
              <a:ext uri="{FF2B5EF4-FFF2-40B4-BE49-F238E27FC236}">
                <a16:creationId xmlns:a16="http://schemas.microsoft.com/office/drawing/2014/main" id="{EBD79A26-910D-A24B-0783-76B1E91442C0}"/>
              </a:ext>
            </a:extLst>
          </p:cNvPr>
          <p:cNvSpPr/>
          <p:nvPr/>
        </p:nvSpPr>
        <p:spPr>
          <a:xfrm>
            <a:off x="10425495" y="182937"/>
            <a:ext cx="1354914" cy="627398"/>
          </a:xfrm>
          <a:prstGeom prst="ellips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Lab 3</a:t>
            </a:r>
          </a:p>
        </p:txBody>
      </p:sp>
    </p:spTree>
    <p:extLst>
      <p:ext uri="{BB962C8B-B14F-4D97-AF65-F5344CB8AC3E}">
        <p14:creationId xmlns:p14="http://schemas.microsoft.com/office/powerpoint/2010/main" val="102274935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E6C17503-9D98-EB3F-4155-AD3623739D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did the simulation show?</a:t>
            </a:r>
            <a:endParaRPr lang="en-GB" dirty="0"/>
          </a:p>
        </p:txBody>
      </p:sp>
      <p:pic>
        <p:nvPicPr>
          <p:cNvPr id="8" name="Plassholder for innhold 7">
            <a:extLst>
              <a:ext uri="{FF2B5EF4-FFF2-40B4-BE49-F238E27FC236}">
                <a16:creationId xmlns:a16="http://schemas.microsoft.com/office/drawing/2014/main" id="{F5DB5F01-CBE4-5ABC-3EC0-F9F77EEACE41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/>
          <a:stretch>
            <a:fillRect/>
          </a:stretch>
        </p:blipFill>
        <p:spPr>
          <a:xfrm>
            <a:off x="838200" y="1981715"/>
            <a:ext cx="5181600" cy="4039157"/>
          </a:xfrm>
          <a:prstGeom prst="rect">
            <a:avLst/>
          </a:prstGeom>
        </p:spPr>
      </p:pic>
      <p:pic>
        <p:nvPicPr>
          <p:cNvPr id="6" name="Plassholder for innhold 5">
            <a:extLst>
              <a:ext uri="{FF2B5EF4-FFF2-40B4-BE49-F238E27FC236}">
                <a16:creationId xmlns:a16="http://schemas.microsoft.com/office/drawing/2014/main" id="{04B0D249-763B-C1EA-BB43-E31D440346BF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4"/>
          <a:stretch>
            <a:fillRect/>
          </a:stretch>
        </p:blipFill>
        <p:spPr>
          <a:xfrm>
            <a:off x="6172200" y="1981715"/>
            <a:ext cx="5181600" cy="403915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ktangel: avrundede hjørner 9">
                <a:extLst>
                  <a:ext uri="{FF2B5EF4-FFF2-40B4-BE49-F238E27FC236}">
                    <a16:creationId xmlns:a16="http://schemas.microsoft.com/office/drawing/2014/main" id="{4F47FC6C-B87C-4B4B-4AAA-F89BB0088403}"/>
                  </a:ext>
                </a:extLst>
              </p:cNvPr>
              <p:cNvSpPr/>
              <p:nvPr/>
            </p:nvSpPr>
            <p:spPr>
              <a:xfrm>
                <a:off x="3700984" y="1341483"/>
                <a:ext cx="4301685" cy="493991"/>
              </a:xfrm>
              <a:prstGeom prst="roundRect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000" dirty="0"/>
                  <a:t>True slope: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nb-NO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b-NO" sz="2000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nb-NO" sz="200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nb-NO" sz="2000">
                        <a:latin typeface="Cambria Math" panose="02040503050406030204" pitchFamily="18" charset="0"/>
                      </a:rPr>
                      <m:t>=0.10</m:t>
                    </m:r>
                  </m:oMath>
                </a14:m>
                <a:r>
                  <a:rPr lang="en-US" sz="2000" dirty="0"/>
                  <a:t> </a:t>
                </a:r>
              </a:p>
            </p:txBody>
          </p:sp>
        </mc:Choice>
        <mc:Fallback xmlns="">
          <p:sp>
            <p:nvSpPr>
              <p:cNvPr id="10" name="Rektangel: avrundede hjørner 9">
                <a:extLst>
                  <a:ext uri="{FF2B5EF4-FFF2-40B4-BE49-F238E27FC236}">
                    <a16:creationId xmlns:a16="http://schemas.microsoft.com/office/drawing/2014/main" id="{4F47FC6C-B87C-4B4B-4AAA-F89BB008840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00984" y="1341483"/>
                <a:ext cx="4301685" cy="493991"/>
              </a:xfrm>
              <a:prstGeom prst="roundRect">
                <a:avLst/>
              </a:prstGeom>
              <a:blipFill>
                <a:blip r:embed="rId5"/>
                <a:stretch>
                  <a:fillRect b="-1204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8039442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3DA4AA12-FF1B-3785-ECBC-E5C549F372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dirty="0"/>
              <a:t>The OLS estimator is </a:t>
            </a:r>
            <a:r>
              <a:rPr lang="nb-NO" dirty="0" err="1"/>
              <a:t>unbiased</a:t>
            </a:r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Plassholder for innhold 2">
                <a:extLst>
                  <a:ext uri="{FF2B5EF4-FFF2-40B4-BE49-F238E27FC236}">
                    <a16:creationId xmlns:a16="http://schemas.microsoft.com/office/drawing/2014/main" id="{F6FF5D9E-B6D7-AFFA-BEEE-24F3A73D02D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2529617"/>
                <a:ext cx="10515600" cy="3647345"/>
              </a:xfrm>
            </p:spPr>
            <p:txBody>
              <a:bodyPr>
                <a:normAutofit/>
              </a:bodyPr>
              <a:lstStyle/>
              <a:p>
                <a:pPr lvl="0"/>
                <a:r>
                  <a:rPr lang="nb-NO" dirty="0"/>
                  <a:t>The sampling </a:t>
                </a:r>
                <a:r>
                  <a:rPr lang="nb-NO" dirty="0" err="1"/>
                  <a:t>distribution</a:t>
                </a:r>
                <a:r>
                  <a:rPr lang="nb-NO" dirty="0"/>
                  <a:t> is </a:t>
                </a:r>
                <a:r>
                  <a:rPr lang="nb-NO" dirty="0" err="1"/>
                  <a:t>centered</a:t>
                </a:r>
                <a:r>
                  <a:rPr lang="nb-NO" dirty="0"/>
                  <a:t> </a:t>
                </a:r>
                <a:r>
                  <a:rPr lang="nb-NO" dirty="0" err="1"/>
                  <a:t>on</a:t>
                </a:r>
                <a:r>
                  <a:rPr lang="nb-NO" dirty="0"/>
                  <a:t> </a:t>
                </a:r>
                <a:r>
                  <a:rPr lang="nb-NO" dirty="0" err="1"/>
                  <a:t>the</a:t>
                </a:r>
                <a:r>
                  <a:rPr lang="nb-NO" dirty="0"/>
                  <a:t> true parameter. </a:t>
                </a:r>
              </a:p>
              <a:p>
                <a:pPr lvl="0"/>
                <a:r>
                  <a:rPr lang="nb-NO" dirty="0" err="1"/>
                  <a:t>Across</a:t>
                </a:r>
                <a:r>
                  <a:rPr lang="nb-NO" dirty="0"/>
                  <a:t> </a:t>
                </a:r>
                <a:r>
                  <a:rPr lang="nb-NO" dirty="0" err="1"/>
                  <a:t>many</a:t>
                </a:r>
                <a:r>
                  <a:rPr lang="nb-NO" dirty="0"/>
                  <a:t> </a:t>
                </a:r>
                <a:r>
                  <a:rPr lang="nb-NO" dirty="0" err="1"/>
                  <a:t>repeated</a:t>
                </a:r>
                <a:r>
                  <a:rPr lang="nb-NO" dirty="0"/>
                  <a:t> samples, </a:t>
                </a:r>
                <a:r>
                  <a:rPr lang="nb-NO" dirty="0" err="1"/>
                  <a:t>the</a:t>
                </a:r>
                <a:r>
                  <a:rPr lang="nb-NO" dirty="0"/>
                  <a:t> </a:t>
                </a:r>
                <a:r>
                  <a:rPr lang="nb-NO" dirty="0" err="1"/>
                  <a:t>average</a:t>
                </a:r>
                <a:r>
                  <a:rPr lang="nb-NO" dirty="0"/>
                  <a:t> </a:t>
                </a:r>
                <a:r>
                  <a:rPr lang="nb-NO" dirty="0" err="1"/>
                  <a:t>estimate</a:t>
                </a:r>
                <a:r>
                  <a:rPr lang="nb-NO" dirty="0"/>
                  <a:t> </a:t>
                </a:r>
                <a:r>
                  <a:rPr lang="nb-NO" dirty="0" err="1"/>
                  <a:t>approaches</a:t>
                </a:r>
                <a:r>
                  <a:rPr lang="nb-NO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nb-NO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b-NO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nb-NO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nb-NO" dirty="0"/>
                  <a:t>. </a:t>
                </a:r>
              </a:p>
              <a:p>
                <a:pPr lvl="0"/>
                <a:r>
                  <a:rPr lang="nb-NO" dirty="0" err="1"/>
                  <a:t>Unbiasedness</a:t>
                </a:r>
                <a:r>
                  <a:rPr lang="nb-NO" dirty="0"/>
                  <a:t> is a </a:t>
                </a:r>
                <a:r>
                  <a:rPr lang="nb-NO" dirty="0" err="1"/>
                  <a:t>property</a:t>
                </a:r>
                <a:r>
                  <a:rPr lang="nb-NO" dirty="0"/>
                  <a:t> </a:t>
                </a:r>
                <a:r>
                  <a:rPr lang="nb-NO" dirty="0" err="1"/>
                  <a:t>of</a:t>
                </a:r>
                <a:r>
                  <a:rPr lang="nb-NO" dirty="0"/>
                  <a:t> </a:t>
                </a:r>
                <a:r>
                  <a:rPr lang="nb-NO" dirty="0" err="1"/>
                  <a:t>the</a:t>
                </a:r>
                <a:r>
                  <a:rPr lang="nb-NO" dirty="0"/>
                  <a:t> </a:t>
                </a:r>
                <a:r>
                  <a:rPr lang="nb-NO" b="1" dirty="0"/>
                  <a:t>estimator</a:t>
                </a:r>
                <a:r>
                  <a:rPr lang="nb-NO" dirty="0"/>
                  <a:t>, not </a:t>
                </a:r>
                <a:r>
                  <a:rPr lang="nb-NO" dirty="0" err="1"/>
                  <a:t>of</a:t>
                </a:r>
                <a:r>
                  <a:rPr lang="nb-NO" dirty="0"/>
                  <a:t> </a:t>
                </a:r>
                <a:r>
                  <a:rPr lang="nb-NO" dirty="0" err="1"/>
                  <a:t>one</a:t>
                </a:r>
                <a:r>
                  <a:rPr lang="nb-NO" dirty="0"/>
                  <a:t> </a:t>
                </a:r>
                <a:r>
                  <a:rPr lang="nb-NO" dirty="0" err="1"/>
                  <a:t>particular</a:t>
                </a:r>
                <a:r>
                  <a:rPr lang="nb-NO" dirty="0"/>
                  <a:t> </a:t>
                </a:r>
                <a:r>
                  <a:rPr lang="nb-NO" dirty="0" err="1"/>
                  <a:t>estimate</a:t>
                </a:r>
                <a:r>
                  <a:rPr lang="nb-NO" dirty="0"/>
                  <a:t>.</a:t>
                </a:r>
              </a:p>
              <a:p>
                <a:endParaRPr lang="en-GB" dirty="0"/>
              </a:p>
            </p:txBody>
          </p:sp>
        </mc:Choice>
        <mc:Fallback xmlns="">
          <p:sp>
            <p:nvSpPr>
              <p:cNvPr id="3" name="Plassholder for innhold 2">
                <a:extLst>
                  <a:ext uri="{FF2B5EF4-FFF2-40B4-BE49-F238E27FC236}">
                    <a16:creationId xmlns:a16="http://schemas.microsoft.com/office/drawing/2014/main" id="{F6FF5D9E-B6D7-AFFA-BEEE-24F3A73D02D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2529617"/>
                <a:ext cx="10515600" cy="3647345"/>
              </a:xfrm>
              <a:blipFill>
                <a:blip r:embed="rId3"/>
                <a:stretch>
                  <a:fillRect l="-1043" t="-301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ktangel: avrundede hjørner 7">
                <a:extLst>
                  <a:ext uri="{FF2B5EF4-FFF2-40B4-BE49-F238E27FC236}">
                    <a16:creationId xmlns:a16="http://schemas.microsoft.com/office/drawing/2014/main" id="{C3E6613F-C603-4A5F-1CFB-CB2F7D8063E9}"/>
                  </a:ext>
                </a:extLst>
              </p:cNvPr>
              <p:cNvSpPr/>
              <p:nvPr/>
            </p:nvSpPr>
            <p:spPr>
              <a:xfrm>
                <a:off x="3428722" y="1641832"/>
                <a:ext cx="4528060" cy="640830"/>
              </a:xfrm>
              <a:prstGeom prst="roundRect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nb-NO" sz="2000" b="0" i="1" smtClean="0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ctrlPr>
                            <a:rPr lang="nb-NO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nb-NO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nb-NO" sz="2000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nb-NO" sz="200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nb-NO" sz="2000" b="0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nb-NO" sz="2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nb-NO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nb-NO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nb-NO" sz="2000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nb-NO" sz="200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8" name="Rektangel: avrundede hjørner 7">
                <a:extLst>
                  <a:ext uri="{FF2B5EF4-FFF2-40B4-BE49-F238E27FC236}">
                    <a16:creationId xmlns:a16="http://schemas.microsoft.com/office/drawing/2014/main" id="{C3E6613F-C603-4A5F-1CFB-CB2F7D8063E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28722" y="1641832"/>
                <a:ext cx="4528060" cy="640830"/>
              </a:xfrm>
              <a:prstGeom prst="round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4561982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8B547F1D-75D7-CD91-5770-0A0F96D4AA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dirty="0" err="1"/>
              <a:t>Unbiased</a:t>
            </a:r>
            <a:r>
              <a:rPr lang="nb-NO" dirty="0"/>
              <a:t> </a:t>
            </a:r>
            <a:r>
              <a:rPr lang="nb-NO" dirty="0" err="1"/>
              <a:t>does</a:t>
            </a:r>
            <a:r>
              <a:rPr lang="nb-NO" dirty="0"/>
              <a:t> not </a:t>
            </a:r>
            <a:r>
              <a:rPr lang="nb-NO" dirty="0" err="1"/>
              <a:t>mean</a:t>
            </a:r>
            <a:r>
              <a:rPr lang="nb-NO" dirty="0"/>
              <a:t> </a:t>
            </a:r>
            <a:r>
              <a:rPr lang="nb-NO" dirty="0" err="1"/>
              <a:t>precise</a:t>
            </a:r>
            <a:endParaRPr lang="en-GB" dirty="0"/>
          </a:p>
        </p:txBody>
      </p:sp>
      <p:sp>
        <p:nvSpPr>
          <p:cNvPr id="6" name="Plassholder for innhold 5">
            <a:extLst>
              <a:ext uri="{FF2B5EF4-FFF2-40B4-BE49-F238E27FC236}">
                <a16:creationId xmlns:a16="http://schemas.microsoft.com/office/drawing/2014/main" id="{23F6B5F7-E781-2F1F-2477-F092C6FBE7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2426677"/>
            <a:ext cx="5181600" cy="3750286"/>
          </a:xfrm>
        </p:spPr>
        <p:txBody>
          <a:bodyPr/>
          <a:lstStyle/>
          <a:p>
            <a:pPr marL="0" indent="0">
              <a:buNone/>
            </a:pPr>
            <a:r>
              <a:rPr lang="nb-NO" dirty="0" err="1"/>
              <a:t>Where</a:t>
            </a:r>
            <a:r>
              <a:rPr lang="nb-NO" dirty="0"/>
              <a:t> is </a:t>
            </a:r>
            <a:r>
              <a:rPr lang="nb-NO" dirty="0" err="1"/>
              <a:t>the</a:t>
            </a:r>
            <a:r>
              <a:rPr lang="nb-NO" dirty="0"/>
              <a:t> sampling </a:t>
            </a:r>
            <a:r>
              <a:rPr lang="nb-NO" dirty="0" err="1"/>
              <a:t>distribution</a:t>
            </a:r>
            <a:r>
              <a:rPr lang="nb-NO" dirty="0"/>
              <a:t> </a:t>
            </a:r>
            <a:r>
              <a:rPr lang="nb-NO" dirty="0" err="1"/>
              <a:t>centered</a:t>
            </a:r>
            <a:r>
              <a:rPr lang="nb-NO" dirty="0"/>
              <a:t>?</a:t>
            </a:r>
          </a:p>
          <a:p>
            <a:pPr lvl="0"/>
            <a:r>
              <a:rPr lang="nb-NO" dirty="0" err="1"/>
              <a:t>Centered</a:t>
            </a:r>
            <a:r>
              <a:rPr lang="nb-NO" dirty="0"/>
              <a:t> </a:t>
            </a:r>
            <a:r>
              <a:rPr lang="nb-NO" dirty="0" err="1"/>
              <a:t>on</a:t>
            </a:r>
            <a:r>
              <a:rPr lang="nb-NO" dirty="0"/>
              <a:t> </a:t>
            </a:r>
            <a:r>
              <a:rPr lang="nb-NO" dirty="0" err="1"/>
              <a:t>the</a:t>
            </a:r>
            <a:r>
              <a:rPr lang="nb-NO" dirty="0"/>
              <a:t> true parameter </a:t>
            </a:r>
          </a:p>
          <a:p>
            <a:pPr lvl="0"/>
            <a:r>
              <a:rPr lang="nb-NO" dirty="0"/>
              <a:t>No </a:t>
            </a:r>
            <a:r>
              <a:rPr lang="nb-NO" dirty="0" err="1"/>
              <a:t>systematic</a:t>
            </a:r>
            <a:r>
              <a:rPr lang="nb-NO" dirty="0"/>
              <a:t> over- or </a:t>
            </a:r>
            <a:r>
              <a:rPr lang="nb-NO" dirty="0" err="1"/>
              <a:t>underestimation</a:t>
            </a:r>
            <a:endParaRPr lang="nb-NO" dirty="0"/>
          </a:p>
          <a:p>
            <a:endParaRPr lang="en-GB" dirty="0"/>
          </a:p>
        </p:txBody>
      </p:sp>
      <p:sp>
        <p:nvSpPr>
          <p:cNvPr id="7" name="Plassholder for innhold 6">
            <a:extLst>
              <a:ext uri="{FF2B5EF4-FFF2-40B4-BE49-F238E27FC236}">
                <a16:creationId xmlns:a16="http://schemas.microsoft.com/office/drawing/2014/main" id="{94882736-C3C0-B545-6EA9-C023554CCE7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426675"/>
            <a:ext cx="5181600" cy="3750287"/>
          </a:xfrm>
        </p:spPr>
        <p:txBody>
          <a:bodyPr/>
          <a:lstStyle/>
          <a:p>
            <a:pPr marL="0" indent="0">
              <a:buNone/>
            </a:pPr>
            <a:r>
              <a:rPr lang="nb-NO" dirty="0"/>
              <a:t>How </a:t>
            </a:r>
            <a:r>
              <a:rPr lang="nb-NO" dirty="0" err="1"/>
              <a:t>much</a:t>
            </a:r>
            <a:r>
              <a:rPr lang="nb-NO" dirty="0"/>
              <a:t> </a:t>
            </a:r>
            <a:r>
              <a:rPr lang="nb-NO" dirty="0" err="1"/>
              <a:t>does</a:t>
            </a:r>
            <a:r>
              <a:rPr lang="nb-NO" dirty="0"/>
              <a:t> </a:t>
            </a:r>
            <a:r>
              <a:rPr lang="nb-NO" dirty="0" err="1"/>
              <a:t>the</a:t>
            </a:r>
            <a:r>
              <a:rPr lang="nb-NO" dirty="0"/>
              <a:t> estimator </a:t>
            </a:r>
            <a:r>
              <a:rPr lang="nb-NO" dirty="0" err="1"/>
              <a:t>vary</a:t>
            </a:r>
            <a:r>
              <a:rPr lang="nb-NO" dirty="0"/>
              <a:t> </a:t>
            </a:r>
            <a:r>
              <a:rPr lang="nb-NO" dirty="0" err="1"/>
              <a:t>across</a:t>
            </a:r>
            <a:r>
              <a:rPr lang="nb-NO" dirty="0"/>
              <a:t> samples?</a:t>
            </a:r>
          </a:p>
          <a:p>
            <a:pPr lvl="0"/>
            <a:r>
              <a:rPr lang="nb-NO" dirty="0"/>
              <a:t>Small </a:t>
            </a:r>
            <a:r>
              <a:rPr lang="nb-NO" dirty="0" err="1"/>
              <a:t>variance</a:t>
            </a:r>
            <a:r>
              <a:rPr lang="nb-NO" dirty="0"/>
              <a:t> → </a:t>
            </a:r>
            <a:r>
              <a:rPr lang="nb-NO" dirty="0" err="1"/>
              <a:t>estimates</a:t>
            </a:r>
            <a:r>
              <a:rPr lang="nb-NO" dirty="0"/>
              <a:t> </a:t>
            </a:r>
            <a:r>
              <a:rPr lang="nb-NO" dirty="0" err="1"/>
              <a:t>stay</a:t>
            </a:r>
            <a:r>
              <a:rPr lang="nb-NO" dirty="0"/>
              <a:t> </a:t>
            </a:r>
            <a:r>
              <a:rPr lang="nb-NO" dirty="0" err="1"/>
              <a:t>close</a:t>
            </a:r>
            <a:r>
              <a:rPr lang="nb-NO" dirty="0"/>
              <a:t> </a:t>
            </a:r>
            <a:r>
              <a:rPr lang="nb-NO" dirty="0" err="1"/>
              <a:t>together</a:t>
            </a:r>
            <a:r>
              <a:rPr lang="nb-NO" dirty="0"/>
              <a:t> </a:t>
            </a:r>
          </a:p>
          <a:p>
            <a:pPr lvl="0"/>
            <a:r>
              <a:rPr lang="nb-NO" dirty="0"/>
              <a:t>Large </a:t>
            </a:r>
            <a:r>
              <a:rPr lang="nb-NO" dirty="0" err="1"/>
              <a:t>variance</a:t>
            </a:r>
            <a:r>
              <a:rPr lang="nb-NO" dirty="0"/>
              <a:t> → </a:t>
            </a:r>
            <a:r>
              <a:rPr lang="nb-NO" dirty="0" err="1"/>
              <a:t>estimates</a:t>
            </a:r>
            <a:r>
              <a:rPr lang="nb-NO" dirty="0"/>
              <a:t> </a:t>
            </a:r>
            <a:r>
              <a:rPr lang="nb-NO" dirty="0" err="1"/>
              <a:t>can</a:t>
            </a:r>
            <a:r>
              <a:rPr lang="nb-NO" dirty="0"/>
              <a:t> </a:t>
            </a:r>
            <a:r>
              <a:rPr lang="nb-NO" dirty="0" err="1"/>
              <a:t>vary</a:t>
            </a:r>
            <a:r>
              <a:rPr lang="nb-NO" dirty="0"/>
              <a:t> </a:t>
            </a:r>
            <a:r>
              <a:rPr lang="nb-NO" dirty="0" err="1"/>
              <a:t>substantially</a:t>
            </a:r>
            <a:endParaRPr lang="nb-NO" dirty="0"/>
          </a:p>
          <a:p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ktangel: avrundede hjørner 4">
                <a:extLst>
                  <a:ext uri="{FF2B5EF4-FFF2-40B4-BE49-F238E27FC236}">
                    <a16:creationId xmlns:a16="http://schemas.microsoft.com/office/drawing/2014/main" id="{BD7D0E42-6656-CE56-798E-29CBAB10EB09}"/>
                  </a:ext>
                </a:extLst>
              </p:cNvPr>
              <p:cNvSpPr/>
              <p:nvPr/>
            </p:nvSpPr>
            <p:spPr>
              <a:xfrm>
                <a:off x="1233854" y="1406769"/>
                <a:ext cx="4528060" cy="924749"/>
              </a:xfrm>
              <a:prstGeom prst="roundRect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nb-NO" sz="2000" dirty="0" err="1"/>
                  <a:t>Unbiasedness</a:t>
                </a:r>
                <a:endParaRPr lang="nb-NO" sz="2000" b="0" i="1" dirty="0">
                  <a:latin typeface="Cambria Math" panose="020405030504060302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nb-NO" sz="2000" b="0" i="1" smtClean="0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ctrlPr>
                            <a:rPr lang="nb-NO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nb-NO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nb-NO" sz="2000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nb-NO" sz="200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nb-NO" sz="2000" b="0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nb-NO" sz="2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nb-NO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nb-NO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nb-NO" sz="2000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nb-NO" sz="200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5" name="Rektangel: avrundede hjørner 4">
                <a:extLst>
                  <a:ext uri="{FF2B5EF4-FFF2-40B4-BE49-F238E27FC236}">
                    <a16:creationId xmlns:a16="http://schemas.microsoft.com/office/drawing/2014/main" id="{BD7D0E42-6656-CE56-798E-29CBAB10EB0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33854" y="1406769"/>
                <a:ext cx="4528060" cy="924749"/>
              </a:xfrm>
              <a:prstGeom prst="round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ktangel: avrundede hjørner 8">
                <a:extLst>
                  <a:ext uri="{FF2B5EF4-FFF2-40B4-BE49-F238E27FC236}">
                    <a16:creationId xmlns:a16="http://schemas.microsoft.com/office/drawing/2014/main" id="{7069745F-4343-DFB4-8197-F27CB3EB3E6F}"/>
                  </a:ext>
                </a:extLst>
              </p:cNvPr>
              <p:cNvSpPr/>
              <p:nvPr/>
            </p:nvSpPr>
            <p:spPr>
              <a:xfrm>
                <a:off x="6293827" y="1406769"/>
                <a:ext cx="4528060" cy="880786"/>
              </a:xfrm>
              <a:prstGeom prst="roundRect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nb-NO" sz="2000" dirty="0"/>
                  <a:t>Precision</a:t>
                </a:r>
                <a:endParaRPr lang="nb-NO" sz="2000" b="0" i="1" dirty="0">
                  <a:latin typeface="Cambria Math" panose="020405030504060302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nb-NO" sz="2000" b="0" i="1" smtClean="0">
                          <a:latin typeface="Cambria Math" panose="02040503050406030204" pitchFamily="18" charset="0"/>
                        </a:rPr>
                        <m:t>𝑣𝑎𝑟</m:t>
                      </m:r>
                      <m:d>
                        <m:dPr>
                          <m:ctrlPr>
                            <a:rPr lang="nb-NO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nb-NO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nb-NO" sz="2000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nb-NO" sz="200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nb-NO" sz="2000" b="0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nb-NO" sz="2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9" name="Rektangel: avrundede hjørner 8">
                <a:extLst>
                  <a:ext uri="{FF2B5EF4-FFF2-40B4-BE49-F238E27FC236}">
                    <a16:creationId xmlns:a16="http://schemas.microsoft.com/office/drawing/2014/main" id="{7069745F-4343-DFB4-8197-F27CB3EB3E6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93827" y="1406769"/>
                <a:ext cx="4528060" cy="880786"/>
              </a:xfrm>
              <a:prstGeom prst="round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Rektangel: avrundede hjørner 10">
            <a:extLst>
              <a:ext uri="{FF2B5EF4-FFF2-40B4-BE49-F238E27FC236}">
                <a16:creationId xmlns:a16="http://schemas.microsoft.com/office/drawing/2014/main" id="{8AD76FEA-7B06-1BCA-7AD4-180760CD1DA6}"/>
              </a:ext>
            </a:extLst>
          </p:cNvPr>
          <p:cNvSpPr/>
          <p:nvPr/>
        </p:nvSpPr>
        <p:spPr>
          <a:xfrm>
            <a:off x="2250831" y="5651880"/>
            <a:ext cx="6819900" cy="840995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b-NO" sz="2000" dirty="0"/>
              <a:t>An estimator </a:t>
            </a:r>
            <a:r>
              <a:rPr lang="nb-NO" sz="2000" dirty="0" err="1"/>
              <a:t>can</a:t>
            </a:r>
            <a:r>
              <a:rPr lang="nb-NO" sz="2000" dirty="0"/>
              <a:t> be </a:t>
            </a:r>
            <a:r>
              <a:rPr lang="nb-NO" sz="2000" dirty="0" err="1"/>
              <a:t>unbiased</a:t>
            </a:r>
            <a:r>
              <a:rPr lang="nb-NO" sz="2000" dirty="0"/>
              <a:t> and still be </a:t>
            </a:r>
            <a:r>
              <a:rPr lang="nb-NO" sz="2000" dirty="0" err="1"/>
              <a:t>imprecise</a:t>
            </a:r>
            <a:r>
              <a:rPr lang="nb-NO" sz="2000" dirty="0"/>
              <a:t>.</a:t>
            </a:r>
            <a:endParaRPr lang="en-GB" sz="2000" dirty="0"/>
          </a:p>
        </p:txBody>
      </p:sp>
    </p:spTree>
    <p:extLst>
      <p:ext uri="{BB962C8B-B14F-4D97-AF65-F5344CB8AC3E}">
        <p14:creationId xmlns:p14="http://schemas.microsoft.com/office/powerpoint/2010/main" val="151436645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FB32F6E3-CF5F-45E4-EF5D-6065574140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dirty="0"/>
              <a:t>The </a:t>
            </a:r>
            <a:r>
              <a:rPr lang="nb-NO" dirty="0" err="1"/>
              <a:t>variance</a:t>
            </a:r>
            <a:r>
              <a:rPr lang="nb-NO" dirty="0"/>
              <a:t> </a:t>
            </a:r>
            <a:r>
              <a:rPr lang="nb-NO" dirty="0" err="1"/>
              <a:t>of</a:t>
            </a:r>
            <a:r>
              <a:rPr lang="nb-NO" dirty="0"/>
              <a:t> </a:t>
            </a:r>
            <a:r>
              <a:rPr lang="nb-NO" dirty="0" err="1"/>
              <a:t>the</a:t>
            </a:r>
            <a:r>
              <a:rPr lang="nb-NO" dirty="0"/>
              <a:t> </a:t>
            </a:r>
            <a:r>
              <a:rPr lang="nb-NO" dirty="0" err="1"/>
              <a:t>slope</a:t>
            </a:r>
            <a:r>
              <a:rPr lang="nb-NO" dirty="0"/>
              <a:t> estimator</a:t>
            </a:r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Plassholder for innhold 2">
                <a:extLst>
                  <a:ext uri="{FF2B5EF4-FFF2-40B4-BE49-F238E27FC236}">
                    <a16:creationId xmlns:a16="http://schemas.microsoft.com/office/drawing/2014/main" id="{B4B7E6AE-EDD6-00BA-BDE4-0594103DAB20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>
              <a:xfrm>
                <a:off x="838200" y="2743199"/>
                <a:ext cx="5181600" cy="3433763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nb-NO" dirty="0"/>
                  <a:t>More </a:t>
                </a:r>
                <a:r>
                  <a:rPr lang="nb-NO" dirty="0" err="1"/>
                  <a:t>noise</a:t>
                </a:r>
                <a:r>
                  <a:rPr lang="nb-NO" dirty="0"/>
                  <a:t> → </a:t>
                </a:r>
                <a:r>
                  <a:rPr lang="nb-NO" dirty="0" err="1"/>
                  <a:t>lower</a:t>
                </a:r>
                <a:r>
                  <a:rPr lang="nb-NO" dirty="0"/>
                  <a:t> </a:t>
                </a:r>
                <a:r>
                  <a:rPr lang="nb-NO" dirty="0" err="1"/>
                  <a:t>precision</a:t>
                </a:r>
                <a:endParaRPr lang="nb-NO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𝜎</m:t>
                          </m:r>
                        </m:e>
                        <m:sup>
                          <m:r>
                            <a:rPr lang="nb-NO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nb-NO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↑</m:t>
                      </m:r>
                      <m:r>
                        <a:rPr lang="nb-NO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⇒</m:t>
                      </m:r>
                      <m:r>
                        <a:rPr lang="nb-NO" i="1">
                          <a:latin typeface="Cambria Math" panose="02040503050406030204" pitchFamily="18" charset="0"/>
                        </a:rPr>
                        <m:t>𝑣𝑎𝑟</m:t>
                      </m:r>
                      <m:d>
                        <m:dPr>
                          <m:ctrlPr>
                            <a:rPr lang="nb-NO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nb-NO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nb-NO" i="1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nb-NO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nb-NO" i="1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nb-NO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nb-NO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↑</m:t>
                      </m:r>
                    </m:oMath>
                  </m:oMathPara>
                </a14:m>
                <a:endParaRPr lang="nb-NO" dirty="0"/>
              </a:p>
              <a:p>
                <a:pPr marL="0" indent="0">
                  <a:buNone/>
                </a:pPr>
                <a:endParaRPr lang="nb-NO" dirty="0"/>
              </a:p>
              <a:p>
                <a:pPr marL="0" indent="0">
                  <a:buNone/>
                </a:pPr>
                <a:r>
                  <a:rPr lang="nb-NO" dirty="0"/>
                  <a:t>More </a:t>
                </a:r>
                <a:r>
                  <a:rPr lang="nb-NO" dirty="0" err="1"/>
                  <a:t>variation</a:t>
                </a:r>
                <a:r>
                  <a:rPr lang="nb-NO" dirty="0"/>
                  <a:t> in </a:t>
                </a:r>
                <a14:m>
                  <m:oMath xmlns:m="http://schemas.openxmlformats.org/officeDocument/2006/math">
                    <m:r>
                      <a:rPr lang="nb-NO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nb-NO" dirty="0"/>
                  <a:t> → </a:t>
                </a:r>
                <a:r>
                  <a:rPr lang="nb-NO" dirty="0" err="1"/>
                  <a:t>higher</a:t>
                </a:r>
                <a:r>
                  <a:rPr lang="nb-NO" dirty="0"/>
                  <a:t> </a:t>
                </a:r>
                <a:r>
                  <a:rPr lang="nb-NO" dirty="0" err="1"/>
                  <a:t>precision</a:t>
                </a:r>
                <a:endParaRPr lang="nb-NO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pHide m:val="on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nb-NO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sSup>
                            <m:sSupPr>
                              <m:ctrlPr>
                                <a:rPr lang="nb-NO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nb-NO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nb-NO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nb-NO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nb-NO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nb-NO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acc>
                                <m:accPr>
                                  <m:chr m:val="̅"/>
                                  <m:ctrlPr>
                                    <a:rPr lang="nb-NO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nb-NO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acc>
                              <m:r>
                                <a:rPr lang="nb-NO" i="1">
                                  <a:latin typeface="Cambria Math" panose="02040503050406030204" pitchFamily="18" charset="0"/>
                                </a:rPr>
                                <m:t> )</m:t>
                              </m:r>
                            </m:e>
                            <m:sup>
                              <m:r>
                                <a:rPr lang="nb-NO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  <m:r>
                        <a:rPr lang="nb-NO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↑ ⇒</m:t>
                      </m:r>
                      <m:r>
                        <a:rPr lang="nb-NO" i="1">
                          <a:latin typeface="Cambria Math" panose="02040503050406030204" pitchFamily="18" charset="0"/>
                        </a:rPr>
                        <m:t>𝑣𝑎𝑟</m:t>
                      </m:r>
                      <m:d>
                        <m:dPr>
                          <m:ctrlPr>
                            <a:rPr lang="nb-NO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nb-NO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nb-NO" i="1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nb-NO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nb-NO" i="1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nb-NO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nb-NO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↓</m:t>
                      </m:r>
                    </m:oMath>
                  </m:oMathPara>
                </a14:m>
                <a:endParaRPr lang="nb-NO" dirty="0"/>
              </a:p>
              <a:p>
                <a:pPr marL="0" indent="0">
                  <a:buNone/>
                </a:pPr>
                <a:endParaRPr lang="nb-NO" dirty="0"/>
              </a:p>
            </p:txBody>
          </p:sp>
        </mc:Choice>
        <mc:Fallback xmlns="">
          <p:sp>
            <p:nvSpPr>
              <p:cNvPr id="3" name="Plassholder for innhold 2">
                <a:extLst>
                  <a:ext uri="{FF2B5EF4-FFF2-40B4-BE49-F238E27FC236}">
                    <a16:creationId xmlns:a16="http://schemas.microsoft.com/office/drawing/2014/main" id="{B4B7E6AE-EDD6-00BA-BDE4-0594103DAB2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838200" y="2743199"/>
                <a:ext cx="5181600" cy="3433763"/>
              </a:xfrm>
              <a:blipFill>
                <a:blip r:embed="rId2"/>
                <a:stretch>
                  <a:fillRect l="-2471" t="-302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lassholder for innhold 5">
            <a:extLst>
              <a:ext uri="{FF2B5EF4-FFF2-40B4-BE49-F238E27FC236}">
                <a16:creationId xmlns:a16="http://schemas.microsoft.com/office/drawing/2014/main" id="{FAF7DF96-D2EA-0330-46BB-5C10A6502831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6172202" y="2019833"/>
            <a:ext cx="5181600" cy="295223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ktangel: avrundede hjørner 7">
                <a:extLst>
                  <a:ext uri="{FF2B5EF4-FFF2-40B4-BE49-F238E27FC236}">
                    <a16:creationId xmlns:a16="http://schemas.microsoft.com/office/drawing/2014/main" id="{78B2EC5A-E0A6-341B-EE28-862D6DB50971}"/>
                  </a:ext>
                </a:extLst>
              </p:cNvPr>
              <p:cNvSpPr/>
              <p:nvPr/>
            </p:nvSpPr>
            <p:spPr>
              <a:xfrm>
                <a:off x="1036027" y="1579440"/>
                <a:ext cx="4037134" cy="880786"/>
              </a:xfrm>
              <a:prstGeom prst="roundRect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nb-NO" sz="2000" b="0" i="1" smtClean="0">
                          <a:latin typeface="Cambria Math" panose="02040503050406030204" pitchFamily="18" charset="0"/>
                        </a:rPr>
                        <m:t>𝑣𝑎𝑟</m:t>
                      </m:r>
                      <m:d>
                        <m:dPr>
                          <m:ctrlPr>
                            <a:rPr lang="nb-NO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nb-NO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nb-NO" sz="2000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nb-NO" sz="200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nb-NO" sz="2000" b="0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nb-NO" sz="2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nb-NO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p>
                              <m:r>
                                <a:rPr lang="nb-NO" sz="20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nary>
                            <m:naryPr>
                              <m:chr m:val="∑"/>
                              <m:supHide m:val="on"/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7"/>
                                </m:rPr>
                                <a:rPr lang="nb-NO" sz="20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/>
                            <m:e>
                              <m:sSup>
                                <m:sSupPr>
                                  <m:ctrlPr>
                                    <a:rPr lang="nb-NO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nb-NO" sz="2000" b="0" i="1" smtClean="0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sSub>
                                    <m:sSubPr>
                                      <m:ctrlPr>
                                        <a:rPr lang="nb-NO" sz="20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nb-NO" sz="2000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nb-NO" sz="2000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nb-NO" sz="2000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acc>
                                    <m:accPr>
                                      <m:chr m:val="̅"/>
                                      <m:ctrlPr>
                                        <a:rPr lang="nb-NO" sz="20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nb-NO" sz="2000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</m:acc>
                                  <m:r>
                                    <a:rPr lang="nb-NO" sz="2000" b="0" i="1" smtClean="0">
                                      <a:latin typeface="Cambria Math" panose="02040503050406030204" pitchFamily="18" charset="0"/>
                                    </a:rPr>
                                    <m:t> )</m:t>
                                  </m:r>
                                </m:e>
                                <m:sup>
                                  <m:r>
                                    <a:rPr lang="nb-NO" sz="20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nary>
                        </m:den>
                      </m:f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8" name="Rektangel: avrundede hjørner 7">
                <a:extLst>
                  <a:ext uri="{FF2B5EF4-FFF2-40B4-BE49-F238E27FC236}">
                    <a16:creationId xmlns:a16="http://schemas.microsoft.com/office/drawing/2014/main" id="{78B2EC5A-E0A6-341B-EE28-862D6DB5097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6027" y="1579440"/>
                <a:ext cx="4037134" cy="880786"/>
              </a:xfrm>
              <a:prstGeom prst="round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Rektangel: avrundede hjørner 9">
            <a:extLst>
              <a:ext uri="{FF2B5EF4-FFF2-40B4-BE49-F238E27FC236}">
                <a16:creationId xmlns:a16="http://schemas.microsoft.com/office/drawing/2014/main" id="{E6C15E14-1996-DDE8-F02A-E808185CFAED}"/>
              </a:ext>
            </a:extLst>
          </p:cNvPr>
          <p:cNvSpPr/>
          <p:nvPr/>
        </p:nvSpPr>
        <p:spPr>
          <a:xfrm>
            <a:off x="6452090" y="5476644"/>
            <a:ext cx="4621823" cy="840995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b-NO" sz="2000" dirty="0"/>
              <a:t>Precision </a:t>
            </a:r>
            <a:r>
              <a:rPr lang="nb-NO" sz="2000" dirty="0" err="1"/>
              <a:t>improves</a:t>
            </a:r>
            <a:r>
              <a:rPr lang="nb-NO" sz="2000" dirty="0"/>
              <a:t> </a:t>
            </a:r>
            <a:r>
              <a:rPr lang="nb-NO" sz="2000" dirty="0" err="1"/>
              <a:t>when</a:t>
            </a:r>
            <a:r>
              <a:rPr lang="nb-NO" sz="2000" dirty="0"/>
              <a:t> </a:t>
            </a:r>
            <a:r>
              <a:rPr lang="nb-NO" sz="2000" dirty="0" err="1"/>
              <a:t>the</a:t>
            </a:r>
            <a:r>
              <a:rPr lang="nb-NO" sz="2000" dirty="0"/>
              <a:t> signal is </a:t>
            </a:r>
            <a:r>
              <a:rPr lang="nb-NO" sz="2000" dirty="0" err="1"/>
              <a:t>easier</a:t>
            </a:r>
            <a:r>
              <a:rPr lang="nb-NO" sz="2000" dirty="0"/>
              <a:t> to </a:t>
            </a:r>
            <a:r>
              <a:rPr lang="nb-NO" sz="2000" dirty="0" err="1"/>
              <a:t>distinguish</a:t>
            </a:r>
            <a:r>
              <a:rPr lang="nb-NO" sz="2000" dirty="0"/>
              <a:t> from </a:t>
            </a:r>
            <a:r>
              <a:rPr lang="nb-NO" sz="2000" dirty="0" err="1"/>
              <a:t>the</a:t>
            </a:r>
            <a:r>
              <a:rPr lang="nb-NO" sz="2000" dirty="0"/>
              <a:t> </a:t>
            </a:r>
            <a:r>
              <a:rPr lang="nb-NO" sz="2000" dirty="0" err="1"/>
              <a:t>noise</a:t>
            </a:r>
            <a:r>
              <a:rPr lang="nb-NO" sz="2000" dirty="0"/>
              <a:t>.</a:t>
            </a:r>
            <a:endParaRPr lang="en-GB" sz="2000" dirty="0"/>
          </a:p>
        </p:txBody>
      </p:sp>
      <p:sp>
        <p:nvSpPr>
          <p:cNvPr id="12" name="Ellipse 11">
            <a:extLst>
              <a:ext uri="{FF2B5EF4-FFF2-40B4-BE49-F238E27FC236}">
                <a16:creationId xmlns:a16="http://schemas.microsoft.com/office/drawing/2014/main" id="{FE91E8E0-74E3-B8B1-D4D6-53051644F69B}"/>
              </a:ext>
            </a:extLst>
          </p:cNvPr>
          <p:cNvSpPr/>
          <p:nvPr/>
        </p:nvSpPr>
        <p:spPr>
          <a:xfrm>
            <a:off x="10425495" y="182937"/>
            <a:ext cx="1354914" cy="627398"/>
          </a:xfrm>
          <a:prstGeom prst="ellips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Lab 4</a:t>
            </a:r>
          </a:p>
        </p:txBody>
      </p:sp>
    </p:spTree>
    <p:extLst>
      <p:ext uri="{BB962C8B-B14F-4D97-AF65-F5344CB8AC3E}">
        <p14:creationId xmlns:p14="http://schemas.microsoft.com/office/powerpoint/2010/main" val="227110966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10B8E0B9-D91A-6B90-D47E-956A64A434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dirty="0" err="1"/>
              <a:t>What</a:t>
            </a:r>
            <a:r>
              <a:rPr lang="nb-NO" dirty="0"/>
              <a:t> </a:t>
            </a:r>
            <a:r>
              <a:rPr lang="nb-NO" dirty="0" err="1"/>
              <a:t>about</a:t>
            </a:r>
            <a:r>
              <a:rPr lang="nb-NO" dirty="0"/>
              <a:t> </a:t>
            </a:r>
            <a:r>
              <a:rPr lang="nb-NO" dirty="0" err="1"/>
              <a:t>the</a:t>
            </a:r>
            <a:r>
              <a:rPr lang="nb-NO" dirty="0"/>
              <a:t> </a:t>
            </a:r>
            <a:r>
              <a:rPr lang="nb-NO" dirty="0" err="1"/>
              <a:t>intercept</a:t>
            </a:r>
            <a:r>
              <a:rPr lang="nb-NO" dirty="0"/>
              <a:t>?</a:t>
            </a:r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Plassholder for innhold 2">
                <a:extLst>
                  <a:ext uri="{FF2B5EF4-FFF2-40B4-BE49-F238E27FC236}">
                    <a16:creationId xmlns:a16="http://schemas.microsoft.com/office/drawing/2014/main" id="{3C281D2C-3304-B96C-7986-C8C216646965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>
              <a:xfrm>
                <a:off x="838200" y="1825624"/>
                <a:ext cx="5181600" cy="4351338"/>
              </a:xfrm>
            </p:spPr>
            <p:txBody>
              <a:bodyPr/>
              <a:lstStyle/>
              <a:p>
                <a:pPr lvl="0"/>
                <a:r>
                  <a:rPr lang="nb-NO" dirty="0"/>
                  <a:t>More </a:t>
                </a:r>
                <a:r>
                  <a:rPr lang="nb-NO" dirty="0" err="1"/>
                  <a:t>error</a:t>
                </a:r>
                <a:r>
                  <a:rPr lang="nb-NO" dirty="0"/>
                  <a:t> </a:t>
                </a:r>
                <a:r>
                  <a:rPr lang="nb-NO" dirty="0" err="1"/>
                  <a:t>variation</a:t>
                </a:r>
                <a:r>
                  <a:rPr lang="nb-NO" dirty="0"/>
                  <a:t> → less </a:t>
                </a:r>
                <a:r>
                  <a:rPr lang="nb-NO" dirty="0" err="1"/>
                  <a:t>precise</a:t>
                </a:r>
                <a:r>
                  <a:rPr lang="nb-NO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nb-NO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b-NO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nb-NO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endParaRPr lang="nb-NO" dirty="0"/>
              </a:p>
              <a:p>
                <a:pPr lvl="0"/>
                <a:r>
                  <a:rPr lang="nb-NO" dirty="0"/>
                  <a:t>More </a:t>
                </a:r>
                <a:r>
                  <a:rPr lang="nb-NO" dirty="0" err="1"/>
                  <a:t>observations</a:t>
                </a:r>
                <a:r>
                  <a:rPr lang="nb-NO" dirty="0"/>
                  <a:t> and more </a:t>
                </a:r>
                <a:r>
                  <a:rPr lang="nb-NO" dirty="0" err="1"/>
                  <a:t>variation</a:t>
                </a:r>
                <a:r>
                  <a:rPr lang="nb-NO" dirty="0"/>
                  <a:t> in </a:t>
                </a:r>
                <a14:m>
                  <m:oMath xmlns:m="http://schemas.openxmlformats.org/officeDocument/2006/math">
                    <m:r>
                      <a:rPr lang="nb-NO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nb-NO" dirty="0"/>
                  <a:t>→ more </a:t>
                </a:r>
                <a:r>
                  <a:rPr lang="nb-NO" dirty="0" err="1"/>
                  <a:t>precise</a:t>
                </a:r>
                <a:r>
                  <a:rPr lang="nb-NO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nb-NO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b-NO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nb-NO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endParaRPr lang="nb-NO" dirty="0"/>
              </a:p>
              <a:p>
                <a:pPr lvl="0"/>
                <a:r>
                  <a:rPr lang="nb-NO" dirty="0"/>
                  <a:t>The </a:t>
                </a:r>
                <a:r>
                  <a:rPr lang="nb-NO" dirty="0" err="1"/>
                  <a:t>intercept</a:t>
                </a:r>
                <a:r>
                  <a:rPr lang="nb-NO" dirty="0"/>
                  <a:t> is </a:t>
                </a:r>
                <a:r>
                  <a:rPr lang="nb-NO" dirty="0" err="1"/>
                  <a:t>harder</a:t>
                </a:r>
                <a:r>
                  <a:rPr lang="nb-NO" dirty="0"/>
                  <a:t> to </a:t>
                </a:r>
                <a:r>
                  <a:rPr lang="nb-NO" dirty="0" err="1"/>
                  <a:t>estimate</a:t>
                </a:r>
                <a:r>
                  <a:rPr lang="nb-NO" dirty="0"/>
                  <a:t> </a:t>
                </a:r>
                <a:r>
                  <a:rPr lang="nb-NO" dirty="0" err="1"/>
                  <a:t>precisely</a:t>
                </a:r>
                <a:r>
                  <a:rPr lang="nb-NO" dirty="0"/>
                  <a:t> </a:t>
                </a:r>
                <a:r>
                  <a:rPr lang="nb-NO" dirty="0" err="1"/>
                  <a:t>when</a:t>
                </a:r>
                <a:r>
                  <a:rPr lang="nb-NO" dirty="0"/>
                  <a:t> </a:t>
                </a:r>
                <a:r>
                  <a:rPr lang="nb-NO" dirty="0" err="1"/>
                  <a:t>the</a:t>
                </a:r>
                <a:r>
                  <a:rPr lang="nb-NO" dirty="0"/>
                  <a:t> </a:t>
                </a:r>
                <a:r>
                  <a:rPr lang="nb-NO" dirty="0" err="1"/>
                  <a:t>observed</a:t>
                </a:r>
                <a:r>
                  <a:rPr lang="nb-NO" dirty="0"/>
                  <a:t> </a:t>
                </a:r>
                <a14:m>
                  <m:oMath xmlns:m="http://schemas.openxmlformats.org/officeDocument/2006/math">
                    <m:r>
                      <a:rPr lang="nb-NO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nb-NO" dirty="0"/>
                  <a:t>-</a:t>
                </a:r>
                <a:r>
                  <a:rPr lang="nb-NO" dirty="0" err="1"/>
                  <a:t>values</a:t>
                </a:r>
                <a:r>
                  <a:rPr lang="nb-NO" dirty="0"/>
                  <a:t> </a:t>
                </a:r>
                <a:r>
                  <a:rPr lang="nb-NO" dirty="0" err="1"/>
                  <a:t>are</a:t>
                </a:r>
                <a:r>
                  <a:rPr lang="nb-NO" dirty="0"/>
                  <a:t> far from x=0</a:t>
                </a:r>
              </a:p>
              <a:p>
                <a:endParaRPr lang="en-GB" dirty="0"/>
              </a:p>
            </p:txBody>
          </p:sp>
        </mc:Choice>
        <mc:Fallback xmlns="">
          <p:sp>
            <p:nvSpPr>
              <p:cNvPr id="3" name="Plassholder for innhold 2">
                <a:extLst>
                  <a:ext uri="{FF2B5EF4-FFF2-40B4-BE49-F238E27FC236}">
                    <a16:creationId xmlns:a16="http://schemas.microsoft.com/office/drawing/2014/main" id="{3C281D2C-3304-B96C-7986-C8C21664696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838200" y="1825624"/>
                <a:ext cx="5181600" cy="4351338"/>
              </a:xfrm>
              <a:blipFill>
                <a:blip r:embed="rId3"/>
                <a:stretch>
                  <a:fillRect l="-2118" t="-238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Plassholder for innhold 3">
            <a:extLst>
              <a:ext uri="{FF2B5EF4-FFF2-40B4-BE49-F238E27FC236}">
                <a16:creationId xmlns:a16="http://schemas.microsoft.com/office/drawing/2014/main" id="{DD7F99FD-14ED-3155-2F9C-2BD856E5F460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ktangel: avrundede hjørner 5">
                <a:extLst>
                  <a:ext uri="{FF2B5EF4-FFF2-40B4-BE49-F238E27FC236}">
                    <a16:creationId xmlns:a16="http://schemas.microsoft.com/office/drawing/2014/main" id="{01067452-BD19-C8A9-CC06-BCD7CE124A64}"/>
                  </a:ext>
                </a:extLst>
              </p:cNvPr>
              <p:cNvSpPr/>
              <p:nvPr/>
            </p:nvSpPr>
            <p:spPr>
              <a:xfrm>
                <a:off x="6744433" y="1690688"/>
                <a:ext cx="4037134" cy="880786"/>
              </a:xfrm>
              <a:prstGeom prst="roundRect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nb-NO" sz="2000" b="0" i="1" smtClean="0">
                          <a:latin typeface="Cambria Math" panose="02040503050406030204" pitchFamily="18" charset="0"/>
                        </a:rPr>
                        <m:t>𝑣𝑎𝑟</m:t>
                      </m:r>
                      <m:d>
                        <m:dPr>
                          <m:ctrlPr>
                            <a:rPr lang="nb-NO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nb-NO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nb-NO" sz="2000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nb-NO" sz="2000" b="0" i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nb-NO" sz="2000" b="0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nb-NO" sz="2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nb-NO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𝜎</m:t>
                          </m:r>
                        </m:e>
                        <m:sup>
                          <m:r>
                            <a:rPr lang="nb-NO" sz="20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nb-NO" sz="2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f>
                        <m:f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nary>
                            <m:naryPr>
                              <m:chr m:val="∑"/>
                              <m:supHide m:val="on"/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7"/>
                                </m:rPr>
                                <a:rPr lang="nb-NO" sz="20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/>
                            <m:e>
                              <m:sSup>
                                <m:sSupPr>
                                  <m:ctrlPr>
                                    <a:rPr lang="nb-NO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nb-NO" sz="2000" i="1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sSub>
                                    <m:sSubPr>
                                      <m:ctrlPr>
                                        <a:rPr lang="nb-NO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nb-NO" sz="2000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nb-NO" sz="20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nb-NO" sz="2000" i="1">
                                      <a:latin typeface="Cambria Math" panose="02040503050406030204" pitchFamily="18" charset="0"/>
                                    </a:rPr>
                                    <m:t> )</m:t>
                                  </m:r>
                                </m:e>
                                <m:sup>
                                  <m:r>
                                    <a:rPr lang="nb-NO" sz="20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nary>
                        </m:num>
                        <m:den>
                          <m:r>
                            <a:rPr lang="nb-NO" sz="20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  <m:r>
                            <a:rPr lang="nb-NO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nary>
                            <m:naryPr>
                              <m:chr m:val="∑"/>
                              <m:supHide m:val="on"/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7"/>
                                </m:rPr>
                                <a:rPr lang="nb-NO" sz="20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/>
                            <m:e>
                              <m:sSup>
                                <m:sSupPr>
                                  <m:ctrlPr>
                                    <a:rPr lang="nb-NO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nb-NO" sz="2000" b="0" i="1" smtClean="0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sSub>
                                    <m:sSubPr>
                                      <m:ctrlPr>
                                        <a:rPr lang="nb-NO" sz="20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nb-NO" sz="2000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nb-NO" sz="2000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nb-NO" sz="2000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acc>
                                    <m:accPr>
                                      <m:chr m:val="̅"/>
                                      <m:ctrlPr>
                                        <a:rPr lang="nb-NO" sz="20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nb-NO" sz="2000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</m:acc>
                                  <m:r>
                                    <a:rPr lang="nb-NO" sz="2000" b="0" i="1" smtClean="0">
                                      <a:latin typeface="Cambria Math" panose="02040503050406030204" pitchFamily="18" charset="0"/>
                                    </a:rPr>
                                    <m:t> )</m:t>
                                  </m:r>
                                </m:e>
                                <m:sup>
                                  <m:r>
                                    <a:rPr lang="nb-NO" sz="20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nary>
                        </m:den>
                      </m:f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6" name="Rektangel: avrundede hjørner 5">
                <a:extLst>
                  <a:ext uri="{FF2B5EF4-FFF2-40B4-BE49-F238E27FC236}">
                    <a16:creationId xmlns:a16="http://schemas.microsoft.com/office/drawing/2014/main" id="{01067452-BD19-C8A9-CC06-BCD7CE124A6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44433" y="1690688"/>
                <a:ext cx="4037134" cy="880786"/>
              </a:xfrm>
              <a:prstGeom prst="round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Ellipse 7">
            <a:extLst>
              <a:ext uri="{FF2B5EF4-FFF2-40B4-BE49-F238E27FC236}">
                <a16:creationId xmlns:a16="http://schemas.microsoft.com/office/drawing/2014/main" id="{C7588F44-3F9E-9937-26C7-368C691636AB}"/>
              </a:ext>
            </a:extLst>
          </p:cNvPr>
          <p:cNvSpPr/>
          <p:nvPr/>
        </p:nvSpPr>
        <p:spPr>
          <a:xfrm>
            <a:off x="10425495" y="182937"/>
            <a:ext cx="1354914" cy="627398"/>
          </a:xfrm>
          <a:prstGeom prst="ellips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Lab 5</a:t>
            </a:r>
          </a:p>
        </p:txBody>
      </p:sp>
    </p:spTree>
    <p:extLst>
      <p:ext uri="{BB962C8B-B14F-4D97-AF65-F5344CB8AC3E}">
        <p14:creationId xmlns:p14="http://schemas.microsoft.com/office/powerpoint/2010/main" val="213838853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AD784F45-F3F0-4C44-D4BF-295E10DA10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The Gauss–Markov Theorem</a:t>
            </a:r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6C6858A7-E4CE-BB13-36C3-270F5E80C9BD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nb-NO" dirty="0"/>
              <a:t>Under </a:t>
            </a:r>
            <a:r>
              <a:rPr lang="nb-NO" dirty="0" err="1"/>
              <a:t>assumptions</a:t>
            </a:r>
            <a:r>
              <a:rPr lang="nb-NO" dirty="0"/>
              <a:t> </a:t>
            </a:r>
            <a:r>
              <a:rPr lang="nb-NO" b="1" dirty="0"/>
              <a:t>SR1–SR5</a:t>
            </a:r>
            <a:r>
              <a:rPr lang="nb-NO" dirty="0"/>
              <a:t>:</a:t>
            </a:r>
          </a:p>
          <a:p>
            <a:endParaRPr lang="nb-NO" dirty="0"/>
          </a:p>
          <a:p>
            <a:endParaRPr lang="nb-NO" dirty="0"/>
          </a:p>
          <a:p>
            <a:r>
              <a:rPr lang="nb-NO" b="1" dirty="0"/>
              <a:t>Best </a:t>
            </a:r>
          </a:p>
          <a:p>
            <a:r>
              <a:rPr lang="nb-NO" b="1" dirty="0"/>
              <a:t>Linear </a:t>
            </a:r>
          </a:p>
          <a:p>
            <a:r>
              <a:rPr lang="nb-NO" b="1" dirty="0" err="1"/>
              <a:t>Unbiased</a:t>
            </a:r>
            <a:r>
              <a:rPr lang="nb-NO" b="1" dirty="0"/>
              <a:t> </a:t>
            </a:r>
          </a:p>
          <a:p>
            <a:r>
              <a:rPr lang="nb-NO" b="1" dirty="0"/>
              <a:t>Estimator</a:t>
            </a:r>
            <a:endParaRPr lang="nb-NO" dirty="0"/>
          </a:p>
          <a:p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Plassholder for innhold 3">
                <a:extLst>
                  <a:ext uri="{FF2B5EF4-FFF2-40B4-BE49-F238E27FC236}">
                    <a16:creationId xmlns:a16="http://schemas.microsoft.com/office/drawing/2014/main" id="{681AB04C-680E-0020-1091-CBC449A46DB9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/>
            <p:txBody>
              <a:bodyPr/>
              <a:lstStyle/>
              <a:p>
                <a:pPr lvl="0"/>
                <a:r>
                  <a:rPr lang="nb-NO" b="1" dirty="0"/>
                  <a:t>Linear</a:t>
                </a:r>
                <a:r>
                  <a:rPr lang="nb-NO" dirty="0"/>
                  <a:t> —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nb-NO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b-NO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nb-NO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nb-NO" dirty="0"/>
                  <a:t>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nb-NO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b-NO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nb-NO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nb-NO" dirty="0"/>
                  <a:t> </a:t>
                </a:r>
                <a:r>
                  <a:rPr lang="nb-NO" dirty="0" err="1"/>
                  <a:t>are</a:t>
                </a:r>
                <a:r>
                  <a:rPr lang="nb-NO" dirty="0"/>
                  <a:t> linear estimators. </a:t>
                </a:r>
              </a:p>
              <a:p>
                <a:pPr lvl="0"/>
                <a:r>
                  <a:rPr lang="nb-NO" b="1" dirty="0" err="1"/>
                  <a:t>Unbiased</a:t>
                </a:r>
                <a:r>
                  <a:rPr lang="nb-NO" dirty="0"/>
                  <a:t> — </a:t>
                </a:r>
                <a14:m>
                  <m:oMath xmlns:m="http://schemas.openxmlformats.org/officeDocument/2006/math">
                    <m:r>
                      <a:rPr lang="nb-NO" i="1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ctrlPr>
                          <a:rPr lang="nb-NO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nb-NO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nb-NO" i="1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nb-NO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nb-NO">
                            <a:latin typeface="Cambria Math" panose="02040503050406030204" pitchFamily="18" charset="0"/>
                          </a:rPr>
                          <m:t>∣</m:t>
                        </m:r>
                        <m:r>
                          <a:rPr lang="nb-NO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  <m:r>
                      <a:rPr lang="nb-NO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nb-NO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b-NO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nb-NO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nb-NO" dirty="0"/>
                  <a:t>and </a:t>
                </a:r>
                <a14:m>
                  <m:oMath xmlns:m="http://schemas.openxmlformats.org/officeDocument/2006/math">
                    <m:r>
                      <a:rPr lang="nb-NO" i="1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ctrlPr>
                          <a:rPr lang="nb-NO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nb-NO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nb-NO" i="1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nb-NO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nb-NO">
                            <a:latin typeface="Cambria Math" panose="02040503050406030204" pitchFamily="18" charset="0"/>
                          </a:rPr>
                          <m:t>∣</m:t>
                        </m:r>
                        <m:r>
                          <a:rPr lang="nb-NO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  <m:r>
                      <a:rPr lang="nb-NO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nb-NO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b-NO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nb-NO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nb-NO" dirty="0"/>
                  <a:t>. </a:t>
                </a:r>
              </a:p>
              <a:p>
                <a:pPr lvl="0"/>
                <a:r>
                  <a:rPr lang="nb-NO" b="1" dirty="0"/>
                  <a:t>Best</a:t>
                </a:r>
                <a:r>
                  <a:rPr lang="nb-NO" dirty="0"/>
                  <a:t> — OLS has </a:t>
                </a:r>
                <a:r>
                  <a:rPr lang="nb-NO" dirty="0" err="1"/>
                  <a:t>the</a:t>
                </a:r>
                <a:r>
                  <a:rPr lang="nb-NO" dirty="0"/>
                  <a:t> </a:t>
                </a:r>
                <a:r>
                  <a:rPr lang="nb-NO" b="1" dirty="0" err="1"/>
                  <a:t>smallest</a:t>
                </a:r>
                <a:r>
                  <a:rPr lang="nb-NO" b="1" dirty="0"/>
                  <a:t> </a:t>
                </a:r>
                <a:r>
                  <a:rPr lang="nb-NO" b="1" dirty="0" err="1"/>
                  <a:t>variance</a:t>
                </a:r>
                <a:r>
                  <a:rPr lang="nb-NO" dirty="0"/>
                  <a:t> </a:t>
                </a:r>
                <a:r>
                  <a:rPr lang="nb-NO" dirty="0" err="1"/>
                  <a:t>among</a:t>
                </a:r>
                <a:r>
                  <a:rPr lang="nb-NO" dirty="0"/>
                  <a:t> all linear </a:t>
                </a:r>
                <a:r>
                  <a:rPr lang="nb-NO" dirty="0" err="1"/>
                  <a:t>unbiased</a:t>
                </a:r>
                <a:r>
                  <a:rPr lang="nb-NO" dirty="0"/>
                  <a:t> estimators.</a:t>
                </a:r>
              </a:p>
              <a:p>
                <a:endParaRPr lang="en-GB" dirty="0"/>
              </a:p>
            </p:txBody>
          </p:sp>
        </mc:Choice>
        <mc:Fallback xmlns="">
          <p:sp>
            <p:nvSpPr>
              <p:cNvPr id="4" name="Plassholder for innhold 3">
                <a:extLst>
                  <a:ext uri="{FF2B5EF4-FFF2-40B4-BE49-F238E27FC236}">
                    <a16:creationId xmlns:a16="http://schemas.microsoft.com/office/drawing/2014/main" id="{681AB04C-680E-0020-1091-CBC449A46DB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blipFill>
                <a:blip r:embed="rId3"/>
                <a:stretch>
                  <a:fillRect l="-2118" t="-2381" r="-129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ektangel: avrundede hjørner 5">
            <a:extLst>
              <a:ext uri="{FF2B5EF4-FFF2-40B4-BE49-F238E27FC236}">
                <a16:creationId xmlns:a16="http://schemas.microsoft.com/office/drawing/2014/main" id="{9C48E667-BC20-6930-4B28-3AE7E7A09A3A}"/>
              </a:ext>
            </a:extLst>
          </p:cNvPr>
          <p:cNvSpPr/>
          <p:nvPr/>
        </p:nvSpPr>
        <p:spPr>
          <a:xfrm>
            <a:off x="1161318" y="2768816"/>
            <a:ext cx="4037134" cy="880786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/>
              <a:t>OLS is BLUE</a:t>
            </a:r>
          </a:p>
        </p:txBody>
      </p:sp>
    </p:spTree>
    <p:extLst>
      <p:ext uri="{BB962C8B-B14F-4D97-AF65-F5344CB8AC3E}">
        <p14:creationId xmlns:p14="http://schemas.microsoft.com/office/powerpoint/2010/main" val="160425943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0BF40040-9192-D503-9E07-C22D2234F9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Relationships do not have to be straight lines</a:t>
            </a:r>
            <a:endParaRPr lang="en-GB" sz="4000" dirty="0"/>
          </a:p>
        </p:txBody>
      </p:sp>
      <p:sp>
        <p:nvSpPr>
          <p:cNvPr id="6" name="TextBox 3">
            <a:extLst>
              <a:ext uri="{FF2B5EF4-FFF2-40B4-BE49-F238E27FC236}">
                <a16:creationId xmlns:a16="http://schemas.microsoft.com/office/drawing/2014/main" id="{7DF656B4-5A7F-85C2-B7E1-005816EE5781}"/>
              </a:ext>
            </a:extLst>
          </p:cNvPr>
          <p:cNvSpPr txBox="1"/>
          <p:nvPr/>
        </p:nvSpPr>
        <p:spPr>
          <a:xfrm>
            <a:off x="784860" y="1690688"/>
            <a:ext cx="10241280" cy="6858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2200" b="0" dirty="0">
                <a:solidFill>
                  <a:srgbClr val="000000"/>
                </a:solidFill>
                <a:latin typeface="Arial"/>
              </a:rPr>
              <a:t>Economic relationships are often nonlinear. We can still use the simple regression framework by transforming x and/or y.</a:t>
            </a:r>
          </a:p>
        </p:txBody>
      </p:sp>
      <p:sp>
        <p:nvSpPr>
          <p:cNvPr id="7" name="TextBox 4">
            <a:extLst>
              <a:ext uri="{FF2B5EF4-FFF2-40B4-BE49-F238E27FC236}">
                <a16:creationId xmlns:a16="http://schemas.microsoft.com/office/drawing/2014/main" id="{380DC2DB-2D49-2753-206D-3420454C054E}"/>
              </a:ext>
            </a:extLst>
          </p:cNvPr>
          <p:cNvSpPr txBox="1"/>
          <p:nvPr/>
        </p:nvSpPr>
        <p:spPr>
          <a:xfrm>
            <a:off x="1013460" y="2513648"/>
            <a:ext cx="210312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/>
            <a:r>
              <a:rPr sz="2200" b="1">
                <a:solidFill>
                  <a:srgbClr val="000000"/>
                </a:solidFill>
                <a:latin typeface="Arial"/>
              </a:rPr>
              <a:t>Linear</a:t>
            </a:r>
          </a:p>
        </p:txBody>
      </p:sp>
      <p:cxnSp>
        <p:nvCxnSpPr>
          <p:cNvPr id="8" name="Connector 5">
            <a:extLst>
              <a:ext uri="{FF2B5EF4-FFF2-40B4-BE49-F238E27FC236}">
                <a16:creationId xmlns:a16="http://schemas.microsoft.com/office/drawing/2014/main" id="{22A8D6FF-DB49-D826-10E2-F936B018C6FE}"/>
              </a:ext>
            </a:extLst>
          </p:cNvPr>
          <p:cNvCxnSpPr/>
          <p:nvPr/>
        </p:nvCxnSpPr>
        <p:spPr>
          <a:xfrm>
            <a:off x="1013460" y="5302568"/>
            <a:ext cx="3474720" cy="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6">
            <a:extLst>
              <a:ext uri="{FF2B5EF4-FFF2-40B4-BE49-F238E27FC236}">
                <a16:creationId xmlns:a16="http://schemas.microsoft.com/office/drawing/2014/main" id="{38020B2F-D69E-23E3-EBEF-C9F1B0CC0383}"/>
              </a:ext>
            </a:extLst>
          </p:cNvPr>
          <p:cNvCxnSpPr/>
          <p:nvPr/>
        </p:nvCxnSpPr>
        <p:spPr>
          <a:xfrm flipV="1">
            <a:off x="1013460" y="2970848"/>
            <a:ext cx="0" cy="233172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7">
            <a:extLst>
              <a:ext uri="{FF2B5EF4-FFF2-40B4-BE49-F238E27FC236}">
                <a16:creationId xmlns:a16="http://schemas.microsoft.com/office/drawing/2014/main" id="{15F0588C-8CA1-0CB3-DDFE-0092B4FDE4C6}"/>
              </a:ext>
            </a:extLst>
          </p:cNvPr>
          <p:cNvSpPr txBox="1"/>
          <p:nvPr/>
        </p:nvSpPr>
        <p:spPr>
          <a:xfrm>
            <a:off x="4442460" y="5348288"/>
            <a:ext cx="32004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rial"/>
              </a:rPr>
              <a:t>x</a:t>
            </a:r>
          </a:p>
        </p:txBody>
      </p:sp>
      <p:sp>
        <p:nvSpPr>
          <p:cNvPr id="11" name="TextBox 8">
            <a:extLst>
              <a:ext uri="{FF2B5EF4-FFF2-40B4-BE49-F238E27FC236}">
                <a16:creationId xmlns:a16="http://schemas.microsoft.com/office/drawing/2014/main" id="{3D574F5F-3DB5-B8B9-9EDB-681C9861DDAE}"/>
              </a:ext>
            </a:extLst>
          </p:cNvPr>
          <p:cNvSpPr txBox="1"/>
          <p:nvPr/>
        </p:nvSpPr>
        <p:spPr>
          <a:xfrm>
            <a:off x="693420" y="2897696"/>
            <a:ext cx="32004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rial"/>
              </a:rPr>
              <a:t>y</a:t>
            </a:r>
          </a:p>
        </p:txBody>
      </p:sp>
      <p:cxnSp>
        <p:nvCxnSpPr>
          <p:cNvPr id="12" name="Connector 9">
            <a:extLst>
              <a:ext uri="{FF2B5EF4-FFF2-40B4-BE49-F238E27FC236}">
                <a16:creationId xmlns:a16="http://schemas.microsoft.com/office/drawing/2014/main" id="{B6B65DE4-F99E-A018-78FB-E2D296A6CE6B}"/>
              </a:ext>
            </a:extLst>
          </p:cNvPr>
          <p:cNvCxnSpPr/>
          <p:nvPr/>
        </p:nvCxnSpPr>
        <p:spPr>
          <a:xfrm flipV="1">
            <a:off x="1242060" y="3336608"/>
            <a:ext cx="3017520" cy="1691640"/>
          </a:xfrm>
          <a:prstGeom prst="line">
            <a:avLst/>
          </a:prstGeom>
          <a:ln w="317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0">
            <a:extLst>
              <a:ext uri="{FF2B5EF4-FFF2-40B4-BE49-F238E27FC236}">
                <a16:creationId xmlns:a16="http://schemas.microsoft.com/office/drawing/2014/main" id="{41E71B3C-EFCE-3010-CF30-78C0570E5ACB}"/>
              </a:ext>
            </a:extLst>
          </p:cNvPr>
          <p:cNvSpPr txBox="1"/>
          <p:nvPr/>
        </p:nvSpPr>
        <p:spPr>
          <a:xfrm>
            <a:off x="6225540" y="2513648"/>
            <a:ext cx="237744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/>
            <a:r>
              <a:rPr sz="2200" b="1">
                <a:solidFill>
                  <a:srgbClr val="000000"/>
                </a:solidFill>
                <a:latin typeface="Arial"/>
              </a:rPr>
              <a:t>Nonlinear</a:t>
            </a:r>
          </a:p>
        </p:txBody>
      </p:sp>
      <p:cxnSp>
        <p:nvCxnSpPr>
          <p:cNvPr id="14" name="Connector 11">
            <a:extLst>
              <a:ext uri="{FF2B5EF4-FFF2-40B4-BE49-F238E27FC236}">
                <a16:creationId xmlns:a16="http://schemas.microsoft.com/office/drawing/2014/main" id="{2638B748-16D4-C67D-9B85-CF4D33790500}"/>
              </a:ext>
            </a:extLst>
          </p:cNvPr>
          <p:cNvCxnSpPr/>
          <p:nvPr/>
        </p:nvCxnSpPr>
        <p:spPr>
          <a:xfrm>
            <a:off x="5814060" y="5302568"/>
            <a:ext cx="3840480" cy="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2">
            <a:extLst>
              <a:ext uri="{FF2B5EF4-FFF2-40B4-BE49-F238E27FC236}">
                <a16:creationId xmlns:a16="http://schemas.microsoft.com/office/drawing/2014/main" id="{CE0343AB-05F5-A00A-F0E6-28CD07637EA9}"/>
              </a:ext>
            </a:extLst>
          </p:cNvPr>
          <p:cNvCxnSpPr/>
          <p:nvPr/>
        </p:nvCxnSpPr>
        <p:spPr>
          <a:xfrm flipV="1">
            <a:off x="5814060" y="2970848"/>
            <a:ext cx="0" cy="233172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3">
            <a:extLst>
              <a:ext uri="{FF2B5EF4-FFF2-40B4-BE49-F238E27FC236}">
                <a16:creationId xmlns:a16="http://schemas.microsoft.com/office/drawing/2014/main" id="{24370705-D112-B251-CDE2-C79BC55B3531}"/>
              </a:ext>
            </a:extLst>
          </p:cNvPr>
          <p:cNvSpPr txBox="1"/>
          <p:nvPr/>
        </p:nvSpPr>
        <p:spPr>
          <a:xfrm>
            <a:off x="9608819" y="5348288"/>
            <a:ext cx="32004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rial"/>
              </a:rPr>
              <a:t>x</a:t>
            </a:r>
          </a:p>
        </p:txBody>
      </p:sp>
      <p:sp>
        <p:nvSpPr>
          <p:cNvPr id="17" name="TextBox 14">
            <a:extLst>
              <a:ext uri="{FF2B5EF4-FFF2-40B4-BE49-F238E27FC236}">
                <a16:creationId xmlns:a16="http://schemas.microsoft.com/office/drawing/2014/main" id="{81304077-8643-D5D3-9C20-612A05FC789E}"/>
              </a:ext>
            </a:extLst>
          </p:cNvPr>
          <p:cNvSpPr txBox="1"/>
          <p:nvPr/>
        </p:nvSpPr>
        <p:spPr>
          <a:xfrm>
            <a:off x="5494020" y="2897696"/>
            <a:ext cx="32004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rial"/>
              </a:rPr>
              <a:t>y</a:t>
            </a:r>
          </a:p>
        </p:txBody>
      </p:sp>
      <p:sp>
        <p:nvSpPr>
          <p:cNvPr id="25" name="TextBox 22">
            <a:extLst>
              <a:ext uri="{FF2B5EF4-FFF2-40B4-BE49-F238E27FC236}">
                <a16:creationId xmlns:a16="http://schemas.microsoft.com/office/drawing/2014/main" id="{B42B03EF-CE4C-322B-60EC-38B082AF6F72}"/>
              </a:ext>
            </a:extLst>
          </p:cNvPr>
          <p:cNvSpPr txBox="1"/>
          <p:nvPr/>
        </p:nvSpPr>
        <p:spPr>
          <a:xfrm>
            <a:off x="1150620" y="5714048"/>
            <a:ext cx="9784080" cy="6858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/>
            <a:r>
              <a:rPr sz="2300" b="1" dirty="0">
                <a:solidFill>
                  <a:srgbClr val="000000"/>
                </a:solidFill>
                <a:latin typeface="Arial"/>
              </a:rPr>
              <a:t>Linear regression means linear in the parameters — not necessarily a straight line in the original variables.</a:t>
            </a:r>
          </a:p>
        </p:txBody>
      </p:sp>
      <p:sp>
        <p:nvSpPr>
          <p:cNvPr id="28" name="Bue 27">
            <a:extLst>
              <a:ext uri="{FF2B5EF4-FFF2-40B4-BE49-F238E27FC236}">
                <a16:creationId xmlns:a16="http://schemas.microsoft.com/office/drawing/2014/main" id="{91B70B20-BEA0-D7F6-A32A-38618E446B7F}"/>
              </a:ext>
            </a:extLst>
          </p:cNvPr>
          <p:cNvSpPr/>
          <p:nvPr/>
        </p:nvSpPr>
        <p:spPr>
          <a:xfrm rot="8146335">
            <a:off x="5338184" y="2227421"/>
            <a:ext cx="3672838" cy="2218372"/>
          </a:xfrm>
          <a:prstGeom prst="arc">
            <a:avLst>
              <a:gd name="adj1" fmla="val 13472694"/>
              <a:gd name="adj2" fmla="val 20188685"/>
            </a:avLst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320260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A4EC43-6411-57EB-7A78-C31911DA7B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F104D7FB-E9DC-3028-E342-5DCC9795C5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A quadratic relationship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Plassholder for innhold 4">
                <a:extLst>
                  <a:ext uri="{FF2B5EF4-FFF2-40B4-BE49-F238E27FC236}">
                    <a16:creationId xmlns:a16="http://schemas.microsoft.com/office/drawing/2014/main" id="{5BAF07F3-388A-654C-216E-AF1879A7B4A1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>
              <a:xfrm>
                <a:off x="838200" y="2354579"/>
                <a:ext cx="5181600" cy="3822383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dirty="0">
                    <a:solidFill>
                      <a:srgbClr val="000000"/>
                    </a:solidFill>
                  </a:rPr>
                  <a:t>The marginal effect is no longer constant: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𝑑𝑦</m:t>
                          </m:r>
                        </m:num>
                        <m:den>
                          <m:r>
                            <a:rPr lang="en-US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𝑑𝑥</m:t>
                          </m:r>
                        </m:den>
                      </m:f>
                      <m:r>
                        <a:rPr lang="nb-NO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=2</m:t>
                      </m:r>
                      <m:sSub>
                        <m:sSubPr>
                          <m:ctrlPr>
                            <a:rPr lang="nb-NO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nb-NO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nb-NO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nb-NO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dirty="0">
                  <a:solidFill>
                    <a:srgbClr val="000000"/>
                  </a:solidFill>
                </a:endParaRPr>
              </a:p>
              <a:p>
                <a:r>
                  <a:rPr lang="en-US" dirty="0"/>
                  <a:t>The effect of x depends on the level of x.</a:t>
                </a:r>
              </a:p>
              <a:p>
                <a:r>
                  <a:rPr lang="en-US" dirty="0"/>
                  <a:t>The slope changes along the curve</a:t>
                </a:r>
                <a:endParaRPr lang="en-GB" dirty="0"/>
              </a:p>
            </p:txBody>
          </p:sp>
        </mc:Choice>
        <mc:Fallback xmlns="">
          <p:sp>
            <p:nvSpPr>
              <p:cNvPr id="5" name="Plassholder for innhold 4">
                <a:extLst>
                  <a:ext uri="{FF2B5EF4-FFF2-40B4-BE49-F238E27FC236}">
                    <a16:creationId xmlns:a16="http://schemas.microsoft.com/office/drawing/2014/main" id="{5BAF07F3-388A-654C-216E-AF1879A7B4A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838200" y="2354579"/>
                <a:ext cx="5181600" cy="3822383"/>
              </a:xfrm>
              <a:blipFill>
                <a:blip r:embed="rId2"/>
                <a:stretch>
                  <a:fillRect l="-2471" t="-2711" r="-400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Rektangel: avrundede hjørner 3">
                <a:extLst>
                  <a:ext uri="{FF2B5EF4-FFF2-40B4-BE49-F238E27FC236}">
                    <a16:creationId xmlns:a16="http://schemas.microsoft.com/office/drawing/2014/main" id="{690E8EC1-3009-FC6A-D314-046CBF4BA83E}"/>
                  </a:ext>
                </a:extLst>
              </p:cNvPr>
              <p:cNvSpPr/>
              <p:nvPr/>
            </p:nvSpPr>
            <p:spPr>
              <a:xfrm>
                <a:off x="906393" y="1541388"/>
                <a:ext cx="4618494" cy="728420"/>
              </a:xfrm>
              <a:prstGeom prst="roundRect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nb-NO" sz="28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nb-NO" sz="2800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nb-NO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nb-NO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nb-NO" sz="28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nb-NO" sz="2800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nb-NO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nb-NO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nb-NO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nb-NO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sSup>
                        <m:sSupPr>
                          <m:ctrlPr>
                            <a:rPr lang="nb-NO" sz="28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nb-NO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nb-NO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GB" sz="2800" dirty="0"/>
              </a:p>
            </p:txBody>
          </p:sp>
        </mc:Choice>
        <mc:Fallback>
          <p:sp>
            <p:nvSpPr>
              <p:cNvPr id="4" name="Rektangel: avrundede hjørner 3">
                <a:extLst>
                  <a:ext uri="{FF2B5EF4-FFF2-40B4-BE49-F238E27FC236}">
                    <a16:creationId xmlns:a16="http://schemas.microsoft.com/office/drawing/2014/main" id="{690E8EC1-3009-FC6A-D314-046CBF4BA83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6393" y="1541388"/>
                <a:ext cx="4618494" cy="728420"/>
              </a:xfrm>
              <a:prstGeom prst="round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9" name="Connector 11">
            <a:extLst>
              <a:ext uri="{FF2B5EF4-FFF2-40B4-BE49-F238E27FC236}">
                <a16:creationId xmlns:a16="http://schemas.microsoft.com/office/drawing/2014/main" id="{2DA24414-A7B1-57EA-480D-8093FDBA1DA3}"/>
              </a:ext>
            </a:extLst>
          </p:cNvPr>
          <p:cNvCxnSpPr/>
          <p:nvPr/>
        </p:nvCxnSpPr>
        <p:spPr>
          <a:xfrm>
            <a:off x="7307194" y="3633788"/>
            <a:ext cx="3840480" cy="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2">
            <a:extLst>
              <a:ext uri="{FF2B5EF4-FFF2-40B4-BE49-F238E27FC236}">
                <a16:creationId xmlns:a16="http://schemas.microsoft.com/office/drawing/2014/main" id="{D954132B-9FBB-DC75-02F8-7F5C87850BB3}"/>
              </a:ext>
            </a:extLst>
          </p:cNvPr>
          <p:cNvCxnSpPr/>
          <p:nvPr/>
        </p:nvCxnSpPr>
        <p:spPr>
          <a:xfrm flipV="1">
            <a:off x="7307194" y="1302068"/>
            <a:ext cx="0" cy="233172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13">
            <a:extLst>
              <a:ext uri="{FF2B5EF4-FFF2-40B4-BE49-F238E27FC236}">
                <a16:creationId xmlns:a16="http://schemas.microsoft.com/office/drawing/2014/main" id="{990C20B5-1B37-0A1A-FAA8-6E040EC97011}"/>
              </a:ext>
            </a:extLst>
          </p:cNvPr>
          <p:cNvSpPr txBox="1"/>
          <p:nvPr/>
        </p:nvSpPr>
        <p:spPr>
          <a:xfrm>
            <a:off x="11101953" y="3679508"/>
            <a:ext cx="32004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rial"/>
              </a:rPr>
              <a:t>x</a:t>
            </a:r>
          </a:p>
        </p:txBody>
      </p:sp>
      <p:sp>
        <p:nvSpPr>
          <p:cNvPr id="22" name="TextBox 14">
            <a:extLst>
              <a:ext uri="{FF2B5EF4-FFF2-40B4-BE49-F238E27FC236}">
                <a16:creationId xmlns:a16="http://schemas.microsoft.com/office/drawing/2014/main" id="{749352E3-A4F9-E595-0289-CFB8DC38E5A4}"/>
              </a:ext>
            </a:extLst>
          </p:cNvPr>
          <p:cNvSpPr txBox="1"/>
          <p:nvPr/>
        </p:nvSpPr>
        <p:spPr>
          <a:xfrm>
            <a:off x="6987154" y="1228916"/>
            <a:ext cx="32004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rial"/>
              </a:rPr>
              <a:t>y</a:t>
            </a:r>
          </a:p>
        </p:txBody>
      </p:sp>
      <p:sp>
        <p:nvSpPr>
          <p:cNvPr id="23" name="Bue 22">
            <a:extLst>
              <a:ext uri="{FF2B5EF4-FFF2-40B4-BE49-F238E27FC236}">
                <a16:creationId xmlns:a16="http://schemas.microsoft.com/office/drawing/2014/main" id="{BAA07F91-A340-D8AA-2411-9DF9D33BAE55}"/>
              </a:ext>
            </a:extLst>
          </p:cNvPr>
          <p:cNvSpPr/>
          <p:nvPr/>
        </p:nvSpPr>
        <p:spPr>
          <a:xfrm rot="8146335">
            <a:off x="6925553" y="790555"/>
            <a:ext cx="3007861" cy="2218372"/>
          </a:xfrm>
          <a:prstGeom prst="arc">
            <a:avLst>
              <a:gd name="adj1" fmla="val 12573905"/>
              <a:gd name="adj2" fmla="val 20188685"/>
            </a:avLst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29" name="Rett linje 28">
            <a:extLst>
              <a:ext uri="{FF2B5EF4-FFF2-40B4-BE49-F238E27FC236}">
                <a16:creationId xmlns:a16="http://schemas.microsoft.com/office/drawing/2014/main" id="{3FC5423E-F44F-09CE-9C08-01884211D55D}"/>
              </a:ext>
            </a:extLst>
          </p:cNvPr>
          <p:cNvCxnSpPr/>
          <p:nvPr/>
        </p:nvCxnSpPr>
        <p:spPr>
          <a:xfrm flipV="1">
            <a:off x="7771626" y="1440180"/>
            <a:ext cx="2887980" cy="1912620"/>
          </a:xfrm>
          <a:prstGeom prst="line">
            <a:avLst/>
          </a:prstGeom>
          <a:ln w="19050" cap="flat" cmpd="sng" algn="ctr">
            <a:solidFill>
              <a:schemeClr val="accent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6" name="Ellipse 5">
            <a:extLst>
              <a:ext uri="{FF2B5EF4-FFF2-40B4-BE49-F238E27FC236}">
                <a16:creationId xmlns:a16="http://schemas.microsoft.com/office/drawing/2014/main" id="{86F73577-FD78-02A1-2EAE-9E5EFC4228AE}"/>
              </a:ext>
            </a:extLst>
          </p:cNvPr>
          <p:cNvSpPr/>
          <p:nvPr/>
        </p:nvSpPr>
        <p:spPr>
          <a:xfrm>
            <a:off x="10402635" y="182937"/>
            <a:ext cx="1354914" cy="627398"/>
          </a:xfrm>
          <a:prstGeom prst="ellips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Lab 6</a:t>
            </a:r>
          </a:p>
        </p:txBody>
      </p:sp>
    </p:spTree>
    <p:extLst>
      <p:ext uri="{BB962C8B-B14F-4D97-AF65-F5344CB8AC3E}">
        <p14:creationId xmlns:p14="http://schemas.microsoft.com/office/powerpoint/2010/main" val="364538517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8552C7D9-40B5-9B8D-A55C-39FBA37705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Perdictions</a:t>
            </a:r>
            <a:endParaRPr lang="en-GB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Plassholder for innhold 2">
                <a:extLst>
                  <a:ext uri="{FF2B5EF4-FFF2-40B4-BE49-F238E27FC236}">
                    <a16:creationId xmlns:a16="http://schemas.microsoft.com/office/drawing/2014/main" id="{0FEC9844-90EF-92BE-91E2-D2ECDC3A236F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/>
            <p:txBody>
              <a:bodyPr>
                <a:normAutofit fontScale="85000" lnSpcReduction="10000"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en-US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𝑑𝑦</m:t>
                        </m:r>
                      </m:num>
                      <m:den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𝑑𝑥</m:t>
                        </m:r>
                      </m:den>
                    </m:f>
                    <m:r>
                      <a:rPr lang="nb-NO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=2</m:t>
                    </m:r>
                    <m:sSub>
                      <m:sSubPr>
                        <m:ctrlPr>
                          <a:rPr lang="nb-NO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b-NO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nb-NO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nb-NO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nb-NO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=2∙0.0154∙</m:t>
                    </m:r>
                    <m:r>
                      <a:rPr lang="nb-NO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</m:oMath>
                </a14:m>
                <a:endParaRPr lang="en-US" dirty="0">
                  <a:solidFill>
                    <a:srgbClr val="000000"/>
                  </a:solidFill>
                </a:endParaRPr>
              </a:p>
              <a:p>
                <a:endParaRPr lang="en-GB" dirty="0"/>
              </a:p>
              <a:p>
                <a:pPr marL="0" indent="0">
                  <a:buNone/>
                </a:pPr>
                <a:r>
                  <a:rPr lang="en-GB" dirty="0"/>
                  <a:t>Marginal increase</a:t>
                </a:r>
              </a:p>
              <a:p>
                <a14:m>
                  <m:oMath xmlns:m="http://schemas.openxmlformats.org/officeDocument/2006/math">
                    <m:r>
                      <a:rPr lang="nb-NO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nb-NO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=2000</m:t>
                    </m:r>
                  </m:oMath>
                </a14:m>
                <a:endParaRPr lang="en-GB" dirty="0"/>
              </a:p>
              <a:p>
                <a:pPr lvl="1"/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𝑑𝑦</m:t>
                        </m:r>
                      </m:num>
                      <m:den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𝑑𝑥</m:t>
                        </m:r>
                      </m:den>
                    </m:f>
                    <m:r>
                      <a:rPr lang="nb-NO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nb-NO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2∙0.0154∙2000</m:t>
                    </m:r>
                    <m:r>
                      <a:rPr lang="nb-NO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=61</m:t>
                    </m:r>
                  </m:oMath>
                </a14:m>
                <a:endParaRPr lang="en-US" dirty="0">
                  <a:solidFill>
                    <a:srgbClr val="000000"/>
                  </a:solidFill>
                </a:endParaRPr>
              </a:p>
              <a:p>
                <a14:m>
                  <m:oMath xmlns:m="http://schemas.openxmlformats.org/officeDocument/2006/math">
                    <m:r>
                      <a:rPr lang="nb-NO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nb-NO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=4000</m:t>
                    </m:r>
                  </m:oMath>
                </a14:m>
                <a:endParaRPr lang="en-GB" dirty="0"/>
              </a:p>
              <a:p>
                <a:pPr lvl="1"/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𝑑𝑦</m:t>
                        </m:r>
                      </m:num>
                      <m:den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𝑑𝑥</m:t>
                        </m:r>
                      </m:den>
                    </m:f>
                    <m:r>
                      <a:rPr lang="nb-NO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nb-NO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2∙0.0154∙</m:t>
                    </m:r>
                    <m:r>
                      <a:rPr lang="nb-NO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4</m:t>
                    </m:r>
                    <m:r>
                      <a:rPr lang="nb-NO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000</m:t>
                    </m:r>
                    <m:r>
                      <a:rPr lang="nb-NO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nb-NO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123</m:t>
                    </m:r>
                  </m:oMath>
                </a14:m>
                <a:endParaRPr lang="en-US" dirty="0">
                  <a:solidFill>
                    <a:srgbClr val="000000"/>
                  </a:solidFill>
                </a:endParaRPr>
              </a:p>
              <a:p>
                <a14:m>
                  <m:oMath xmlns:m="http://schemas.openxmlformats.org/officeDocument/2006/math">
                    <m:r>
                      <a:rPr lang="nb-NO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nb-NO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=6000</m:t>
                    </m:r>
                  </m:oMath>
                </a14:m>
                <a:endParaRPr lang="en-GB" dirty="0"/>
              </a:p>
              <a:p>
                <a:pPr lvl="1"/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𝑑𝑦</m:t>
                        </m:r>
                      </m:num>
                      <m:den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𝑑𝑥</m:t>
                        </m:r>
                      </m:den>
                    </m:f>
                    <m:r>
                      <a:rPr lang="nb-NO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nb-NO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2∙0.0154∙</m:t>
                    </m:r>
                    <m:r>
                      <a:rPr lang="nb-NO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6</m:t>
                    </m:r>
                    <m:r>
                      <a:rPr lang="nb-NO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000=</m:t>
                    </m:r>
                    <m:r>
                      <a:rPr lang="nb-NO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180</m:t>
                    </m:r>
                  </m:oMath>
                </a14:m>
                <a:endParaRPr lang="en-US" dirty="0">
                  <a:solidFill>
                    <a:srgbClr val="000000"/>
                  </a:solidFill>
                </a:endParaRPr>
              </a:p>
              <a:p>
                <a:endParaRPr lang="en-GB" dirty="0"/>
              </a:p>
            </p:txBody>
          </p:sp>
        </mc:Choice>
        <mc:Fallback>
          <p:sp>
            <p:nvSpPr>
              <p:cNvPr id="3" name="Plassholder for innhold 2">
                <a:extLst>
                  <a:ext uri="{FF2B5EF4-FFF2-40B4-BE49-F238E27FC236}">
                    <a16:creationId xmlns:a16="http://schemas.microsoft.com/office/drawing/2014/main" id="{0FEC9844-90EF-92BE-91E2-D2ECDC3A236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blipFill>
                <a:blip r:embed="rId2"/>
                <a:stretch>
                  <a:fillRect l="-188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lassholder for innhold 5">
            <a:extLst>
              <a:ext uri="{FF2B5EF4-FFF2-40B4-BE49-F238E27FC236}">
                <a16:creationId xmlns:a16="http://schemas.microsoft.com/office/drawing/2014/main" id="{15C31E68-D1A0-1E8E-9C19-96329E1B05B0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5501640" y="1027906"/>
            <a:ext cx="6545756" cy="51025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393908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40080" y="411480"/>
            <a:ext cx="1078992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>
                <a:solidFill>
                  <a:srgbClr val="000000"/>
                </a:solidFill>
                <a:latin typeface="Arial"/>
              </a:rPr>
              <a:t>A log-linear relationship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1417320"/>
            <a:ext cx="4846320" cy="777240"/>
          </a:xfrm>
          <a:prstGeom prst="roundRect">
            <a:avLst/>
          </a:prstGeom>
          <a:solidFill>
            <a:srgbClr val="2CC0E8"/>
          </a:solidFill>
          <a:ln w="12700">
            <a:solidFill>
              <a:srgbClr val="0F6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700" dirty="0">
                <a:solidFill>
                  <a:srgbClr val="FFFFFF"/>
                </a:solidFill>
                <a:latin typeface="Cambria Math"/>
              </a:rPr>
              <a:t>ln(y) = β₁ + β₂x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2468880"/>
            <a:ext cx="4480560" cy="1280160"/>
          </a:xfrm>
          <a:prstGeom prst="roundRect">
            <a:avLst/>
          </a:prstGeom>
          <a:solidFill>
            <a:srgbClr val="DEF7FC"/>
          </a:solidFill>
          <a:ln>
            <a:solidFill>
              <a:srgbClr val="2CC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90600" y="2636520"/>
            <a:ext cx="3977639" cy="374461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/>
            <a:r>
              <a:rPr sz="2100" b="1" dirty="0">
                <a:solidFill>
                  <a:srgbClr val="000000"/>
                </a:solidFill>
                <a:latin typeface="Arial"/>
              </a:rPr>
              <a:t>Example: β₂ = 0.0</a:t>
            </a:r>
            <a:r>
              <a:rPr lang="nb-NO" sz="2100" b="1" dirty="0">
                <a:solidFill>
                  <a:srgbClr val="000000"/>
                </a:solidFill>
                <a:latin typeface="Arial"/>
              </a:rPr>
              <a:t>0</a:t>
            </a:r>
            <a:r>
              <a:rPr sz="2100" b="1" dirty="0">
                <a:solidFill>
                  <a:srgbClr val="000000"/>
                </a:solidFill>
                <a:latin typeface="Arial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4880" y="3048000"/>
            <a:ext cx="4069080" cy="605294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/>
            <a:r>
              <a:rPr sz="1800" b="0" dirty="0">
                <a:solidFill>
                  <a:srgbClr val="000000"/>
                </a:solidFill>
                <a:latin typeface="Arial"/>
              </a:rPr>
              <a:t>≈ </a:t>
            </a:r>
            <a:r>
              <a:rPr lang="nb-NO" sz="1800" b="0" dirty="0">
                <a:solidFill>
                  <a:srgbClr val="000000"/>
                </a:solidFill>
                <a:latin typeface="Arial"/>
              </a:rPr>
              <a:t>0.</a:t>
            </a:r>
            <a:r>
              <a:rPr sz="1800" b="0" dirty="0">
                <a:solidFill>
                  <a:srgbClr val="000000"/>
                </a:solidFill>
                <a:latin typeface="Arial"/>
              </a:rPr>
              <a:t>4% increase in y for a one-unit increase in x</a:t>
            </a:r>
          </a:p>
        </p:txBody>
      </p:sp>
      <p:sp>
        <p:nvSpPr>
          <p:cNvPr id="23" name="Ellipse 22">
            <a:extLst>
              <a:ext uri="{FF2B5EF4-FFF2-40B4-BE49-F238E27FC236}">
                <a16:creationId xmlns:a16="http://schemas.microsoft.com/office/drawing/2014/main" id="{26D49EEF-7EBE-B917-A004-34FE5D69BAB1}"/>
              </a:ext>
            </a:extLst>
          </p:cNvPr>
          <p:cNvSpPr/>
          <p:nvPr/>
        </p:nvSpPr>
        <p:spPr>
          <a:xfrm>
            <a:off x="10402635" y="182937"/>
            <a:ext cx="1354914" cy="627398"/>
          </a:xfrm>
          <a:prstGeom prst="ellips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Lab 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Lys med mønster">
  <a:themeElements>
    <a:clrScheme name="UiT Norges arktiske universitet">
      <a:dk1>
        <a:sysClr val="windowText" lastClr="000000"/>
      </a:dk1>
      <a:lt1>
        <a:sysClr val="window" lastClr="FFFFFF"/>
      </a:lt1>
      <a:dk2>
        <a:srgbClr val="00617F"/>
      </a:dk2>
      <a:lt2>
        <a:srgbClr val="A6BBC8"/>
      </a:lt2>
      <a:accent1>
        <a:srgbClr val="007396"/>
      </a:accent1>
      <a:accent2>
        <a:srgbClr val="CB333B"/>
      </a:accent2>
      <a:accent3>
        <a:srgbClr val="F2A900"/>
      </a:accent3>
      <a:accent4>
        <a:srgbClr val="009CB6"/>
      </a:accent4>
      <a:accent5>
        <a:srgbClr val="DE7C00"/>
      </a:accent5>
      <a:accent6>
        <a:srgbClr val="59BEC9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1C7057D0-6097-44F4-A2E5-70A5DCBAA566}" vid="{2719B6C5-9A54-423D-86A4-95EF36B6C8EF}"/>
    </a:ext>
  </a:extLst>
</a:theme>
</file>

<file path=ppt/theme/theme2.xml><?xml version="1.0" encoding="utf-8"?>
<a:theme xmlns:a="http://schemas.openxmlformats.org/drawingml/2006/main" name="Lys uten mønster">
  <a:themeElements>
    <a:clrScheme name="UiT Norges arktiske universitet">
      <a:dk1>
        <a:sysClr val="windowText" lastClr="000000"/>
      </a:dk1>
      <a:lt1>
        <a:sysClr val="window" lastClr="FFFFFF"/>
      </a:lt1>
      <a:dk2>
        <a:srgbClr val="00617F"/>
      </a:dk2>
      <a:lt2>
        <a:srgbClr val="A6BBC8"/>
      </a:lt2>
      <a:accent1>
        <a:srgbClr val="007396"/>
      </a:accent1>
      <a:accent2>
        <a:srgbClr val="CB333B"/>
      </a:accent2>
      <a:accent3>
        <a:srgbClr val="F2A900"/>
      </a:accent3>
      <a:accent4>
        <a:srgbClr val="009CB6"/>
      </a:accent4>
      <a:accent5>
        <a:srgbClr val="DE7C00"/>
      </a:accent5>
      <a:accent6>
        <a:srgbClr val="59BEC9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1C7057D0-6097-44F4-A2E5-70A5DCBAA566}" vid="{94D15883-2580-4DC8-B10A-947F62BB42CF}"/>
    </a:ext>
  </a:extLst>
</a:theme>
</file>

<file path=ppt/theme/theme3.xml><?xml version="1.0" encoding="utf-8"?>
<a:theme xmlns:a="http://schemas.openxmlformats.org/drawingml/2006/main" name="Mørk med mønster">
  <a:themeElements>
    <a:clrScheme name="UiT Norges arktiske universitet">
      <a:dk1>
        <a:sysClr val="windowText" lastClr="000000"/>
      </a:dk1>
      <a:lt1>
        <a:sysClr val="window" lastClr="FFFFFF"/>
      </a:lt1>
      <a:dk2>
        <a:srgbClr val="00617F"/>
      </a:dk2>
      <a:lt2>
        <a:srgbClr val="A6BBC8"/>
      </a:lt2>
      <a:accent1>
        <a:srgbClr val="007396"/>
      </a:accent1>
      <a:accent2>
        <a:srgbClr val="CB333B"/>
      </a:accent2>
      <a:accent3>
        <a:srgbClr val="F2A900"/>
      </a:accent3>
      <a:accent4>
        <a:srgbClr val="009CB6"/>
      </a:accent4>
      <a:accent5>
        <a:srgbClr val="DE7C00"/>
      </a:accent5>
      <a:accent6>
        <a:srgbClr val="59BEC9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1C7057D0-6097-44F4-A2E5-70A5DCBAA566}" vid="{CADEB79E-6854-4014-82C8-288D7F871FF7}"/>
    </a:ext>
  </a:extLst>
</a:theme>
</file>

<file path=ppt/theme/theme4.xml><?xml version="1.0" encoding="utf-8"?>
<a:theme xmlns:a="http://schemas.openxmlformats.org/drawingml/2006/main" name="Mørk uten mønster">
  <a:themeElements>
    <a:clrScheme name="UiT Norges arktiske universitet">
      <a:dk1>
        <a:sysClr val="windowText" lastClr="000000"/>
      </a:dk1>
      <a:lt1>
        <a:sysClr val="window" lastClr="FFFFFF"/>
      </a:lt1>
      <a:dk2>
        <a:srgbClr val="00617F"/>
      </a:dk2>
      <a:lt2>
        <a:srgbClr val="A6BBC8"/>
      </a:lt2>
      <a:accent1>
        <a:srgbClr val="007396"/>
      </a:accent1>
      <a:accent2>
        <a:srgbClr val="CB333B"/>
      </a:accent2>
      <a:accent3>
        <a:srgbClr val="F2A900"/>
      </a:accent3>
      <a:accent4>
        <a:srgbClr val="009CB6"/>
      </a:accent4>
      <a:accent5>
        <a:srgbClr val="DE7C00"/>
      </a:accent5>
      <a:accent6>
        <a:srgbClr val="59BEC9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1C7057D0-6097-44F4-A2E5-70A5DCBAA566}" vid="{48BEBA2A-C206-4979-AEA1-C578F52A4703}"/>
    </a:ext>
  </a:extLst>
</a:theme>
</file>

<file path=ppt/theme/theme5.xml><?xml version="1.0" encoding="utf-8"?>
<a:theme xmlns:a="http://schemas.openxmlformats.org/drawingml/2006/main" name="Office-te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0CF74B9924A90429AFF83904CD5AC51" ma:contentTypeVersion="10" ma:contentTypeDescription="Create a new document." ma:contentTypeScope="" ma:versionID="c219061678790ba91acd956595d5746d">
  <xsd:schema xmlns:xsd="http://www.w3.org/2001/XMLSchema" xmlns:xs="http://www.w3.org/2001/XMLSchema" xmlns:p="http://schemas.microsoft.com/office/2006/metadata/properties" xmlns:ns2="6c86f083-272a-4d16-a1ee-41e11cc1f196" xmlns:ns3="398a922c-8803-48c8-8c4d-45441d0c0e87" targetNamespace="http://schemas.microsoft.com/office/2006/metadata/properties" ma:root="true" ma:fieldsID="0367899129e833eb231d53942e145767" ns2:_="" ns3:_="">
    <xsd:import namespace="6c86f083-272a-4d16-a1ee-41e11cc1f196"/>
    <xsd:import namespace="398a922c-8803-48c8-8c4d-45441d0c0e8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ServiceAutoTags" minOccurs="0"/>
                <xsd:element ref="ns2:MediaServiceLocation" minOccurs="0"/>
                <xsd:element ref="ns2:MediaServiceGenerationTime" minOccurs="0"/>
                <xsd:element ref="ns2:MediaServiceEventHashCode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c86f083-272a-4d16-a1ee-41e11cc1f19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Location" ma:index="14" nillable="true" ma:displayName="Location" ma:internalName="MediaServiceLocation" ma:readOnly="true">
      <xsd:simpleType>
        <xsd:restriction base="dms:Text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98a922c-8803-48c8-8c4d-45441d0c0e87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26D1808F-9832-46E2-89EE-68E7FE346F1E}">
  <ds:schemaRefs>
    <ds:schemaRef ds:uri="398a922c-8803-48c8-8c4d-45441d0c0e87"/>
    <ds:schemaRef ds:uri="http://schemas.openxmlformats.org/package/2006/metadata/core-properties"/>
    <ds:schemaRef ds:uri="http://schemas.microsoft.com/office/2006/documentManagement/types"/>
    <ds:schemaRef ds:uri="6c86f083-272a-4d16-a1ee-41e11cc1f196"/>
    <ds:schemaRef ds:uri="http://purl.org/dc/elements/1.1/"/>
    <ds:schemaRef ds:uri="http://purl.org/dc/dcmitype/"/>
    <ds:schemaRef ds:uri="http://purl.org/dc/terms/"/>
    <ds:schemaRef ds:uri="http://schemas.microsoft.com/office/2006/metadata/properties"/>
    <ds:schemaRef ds:uri="http://www.w3.org/XML/1998/namespace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F8163F9A-A59C-469F-AC56-9E178540FB6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c86f083-272a-4d16-a1ee-41e11cc1f196"/>
    <ds:schemaRef ds:uri="398a922c-8803-48c8-8c4d-45441d0c0e8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8B6906F1-BC5A-4F5D-9478-51E87E6F6B85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UiT_PowerPoint_bokmal</Template>
  <TotalTime>6156</TotalTime>
  <Words>1831</Words>
  <Application>Microsoft Office PowerPoint</Application>
  <PresentationFormat>Widescreen</PresentationFormat>
  <Paragraphs>248</Paragraphs>
  <Slides>22</Slides>
  <Notes>10</Notes>
  <HiddenSlides>0</HiddenSlides>
  <MMClips>0</MMClips>
  <ScaleCrop>false</ScaleCrop>
  <HeadingPairs>
    <vt:vector size="6" baseType="variant">
      <vt:variant>
        <vt:lpstr>Brukte skrifter</vt:lpstr>
      </vt:variant>
      <vt:variant>
        <vt:i4>4</vt:i4>
      </vt:variant>
      <vt:variant>
        <vt:lpstr>Tema</vt:lpstr>
      </vt:variant>
      <vt:variant>
        <vt:i4>4</vt:i4>
      </vt:variant>
      <vt:variant>
        <vt:lpstr>Lysbildetitler</vt:lpstr>
      </vt:variant>
      <vt:variant>
        <vt:i4>22</vt:i4>
      </vt:variant>
    </vt:vector>
  </HeadingPairs>
  <TitlesOfParts>
    <vt:vector size="30" baseType="lpstr">
      <vt:lpstr>Arial</vt:lpstr>
      <vt:lpstr>Calibri</vt:lpstr>
      <vt:lpstr>Cambria Math</vt:lpstr>
      <vt:lpstr>Times New Roman</vt:lpstr>
      <vt:lpstr>Lys med mønster</vt:lpstr>
      <vt:lpstr>Lys uten mønster</vt:lpstr>
      <vt:lpstr>Mørk med mønster</vt:lpstr>
      <vt:lpstr>Mørk uten mønster</vt:lpstr>
      <vt:lpstr> Chapter 2 part 2 The Simple Linear Regression Model</vt:lpstr>
      <vt:lpstr>The simple regression model</vt:lpstr>
      <vt:lpstr>Theoretical → Estimated</vt:lpstr>
      <vt:lpstr>Minimizing squared errors</vt:lpstr>
      <vt:lpstr>The simple regression assumptions</vt:lpstr>
      <vt:lpstr>Terminology</vt:lpstr>
      <vt:lpstr>Elasticise </vt:lpstr>
      <vt:lpstr>Elasticity and income</vt:lpstr>
      <vt:lpstr>One sample is only one possible sample</vt:lpstr>
      <vt:lpstr>One sample, one estimate</vt:lpstr>
      <vt:lpstr>Suppose we knew the truth</vt:lpstr>
      <vt:lpstr>Monte Carlo simulation: the idea</vt:lpstr>
      <vt:lpstr>What did the simulation show?</vt:lpstr>
      <vt:lpstr>The OLS estimator is unbiased</vt:lpstr>
      <vt:lpstr>Unbiased does not mean precise</vt:lpstr>
      <vt:lpstr>The variance of the slope estimator</vt:lpstr>
      <vt:lpstr>What about the intercept?</vt:lpstr>
      <vt:lpstr>The Gauss–Markov Theorem</vt:lpstr>
      <vt:lpstr>Relationships do not have to be straight lines</vt:lpstr>
      <vt:lpstr>A quadratic relationship</vt:lpstr>
      <vt:lpstr>Perdictions</vt:lpstr>
      <vt:lpstr>PowerPoint-presentasjon</vt:lpstr>
    </vt:vector>
  </TitlesOfParts>
  <Company>UiT The Arctic University of Norway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Samfunnsøkonomi med datavitenskap - master</dc:title>
  <dc:creator>Eirik Eriksen Heen</dc:creator>
  <cp:lastModifiedBy>Eirik Eriksen Heen</cp:lastModifiedBy>
  <cp:revision>7</cp:revision>
  <dcterms:created xsi:type="dcterms:W3CDTF">2024-04-08T08:47:57Z</dcterms:created>
  <dcterms:modified xsi:type="dcterms:W3CDTF">2026-09-11T11:25:22Z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0x01010090CF74B9924A90429AFF83904CD5AC51</vt:lpwstr>
  </property>
</Properties>
</file>