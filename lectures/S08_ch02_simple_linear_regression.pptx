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3.xml" ContentType="application/vnd.openxmlformats-officedocument.theme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56" r:id="rId5"/>
    <p:sldMasterId id="2147483662" r:id="rId6"/>
    <p:sldMasterId id="2147483668" r:id="rId7"/>
  </p:sldMasterIdLst>
  <p:notesMasterIdLst>
    <p:notesMasterId r:id="rId39"/>
  </p:notesMasterIdLst>
  <p:handoutMasterIdLst>
    <p:handoutMasterId r:id="rId40"/>
  </p:handoutMasterIdLst>
  <p:sldIdLst>
    <p:sldId id="4723" r:id="rId8"/>
    <p:sldId id="4724" r:id="rId9"/>
    <p:sldId id="4726" r:id="rId10"/>
    <p:sldId id="4740" r:id="rId11"/>
    <p:sldId id="4727" r:id="rId12"/>
    <p:sldId id="4732" r:id="rId13"/>
    <p:sldId id="4741" r:id="rId14"/>
    <p:sldId id="4731" r:id="rId15"/>
    <p:sldId id="4733" r:id="rId16"/>
    <p:sldId id="4742" r:id="rId17"/>
    <p:sldId id="4743" r:id="rId18"/>
    <p:sldId id="4744" r:id="rId19"/>
    <p:sldId id="4747" r:id="rId20"/>
    <p:sldId id="4748" r:id="rId21"/>
    <p:sldId id="4749" r:id="rId22"/>
    <p:sldId id="4750" r:id="rId23"/>
    <p:sldId id="4751" r:id="rId24"/>
    <p:sldId id="4752" r:id="rId25"/>
    <p:sldId id="4739" r:id="rId26"/>
    <p:sldId id="4753" r:id="rId27"/>
    <p:sldId id="4755" r:id="rId28"/>
    <p:sldId id="4756" r:id="rId29"/>
    <p:sldId id="4754" r:id="rId30"/>
    <p:sldId id="4757" r:id="rId31"/>
    <p:sldId id="4758" r:id="rId32"/>
    <p:sldId id="4759" r:id="rId33"/>
    <p:sldId id="4760" r:id="rId34"/>
    <p:sldId id="4764" r:id="rId35"/>
    <p:sldId id="4761" r:id="rId36"/>
    <p:sldId id="4762" r:id="rId37"/>
    <p:sldId id="4763" r:id="rId38"/>
  </p:sldIdLst>
  <p:sldSz cx="12192000" cy="6858000"/>
  <p:notesSz cx="6858000" cy="9144000"/>
  <p:defaultTextStyle>
    <a:defPPr>
      <a:defRPr lang="nb-N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A29AC61-E04B-4ED4-88C8-64CD7C9EDEA6}" v="216" dt="2026-09-09T12:47:30.731"/>
    <p1510:client id="{C64B2732-7FD4-4ADD-B051-AC45C711784D}" v="431" dt="2026-09-08T18:56:40.15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emastil 1 – utheving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C4B1156A-380E-4F78-BDF5-A606A8083BF9}" styleName="Middels stil 4 – utheving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7" autoAdjust="0"/>
    <p:restoredTop sz="89696" autoAdjust="0"/>
  </p:normalViewPr>
  <p:slideViewPr>
    <p:cSldViewPr snapToGrid="0">
      <p:cViewPr varScale="1">
        <p:scale>
          <a:sx n="143" d="100"/>
          <a:sy n="143" d="100"/>
        </p:scale>
        <p:origin x="98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18" d="100"/>
          <a:sy n="118" d="100"/>
        </p:scale>
        <p:origin x="7644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slide" Target="slides/slide19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14.xml"/><Relationship Id="rId34" Type="http://schemas.openxmlformats.org/officeDocument/2006/relationships/slide" Target="slides/slide27.xml"/><Relationship Id="rId42" Type="http://schemas.openxmlformats.org/officeDocument/2006/relationships/viewProps" Target="viewProps.xml"/><Relationship Id="rId7" Type="http://schemas.openxmlformats.org/officeDocument/2006/relationships/slideMaster" Target="slideMasters/slideMaster4.xml"/><Relationship Id="rId2" Type="http://schemas.openxmlformats.org/officeDocument/2006/relationships/customXml" Target="../customXml/item2.xml"/><Relationship Id="rId16" Type="http://schemas.openxmlformats.org/officeDocument/2006/relationships/slide" Target="slides/slide9.xml"/><Relationship Id="rId29" Type="http://schemas.openxmlformats.org/officeDocument/2006/relationships/slide" Target="slides/slide22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4.xml"/><Relationship Id="rId24" Type="http://schemas.openxmlformats.org/officeDocument/2006/relationships/slide" Target="slides/slide17.xml"/><Relationship Id="rId32" Type="http://schemas.openxmlformats.org/officeDocument/2006/relationships/slide" Target="slides/slide25.xml"/><Relationship Id="rId37" Type="http://schemas.openxmlformats.org/officeDocument/2006/relationships/slide" Target="slides/slide30.xml"/><Relationship Id="rId40" Type="http://schemas.openxmlformats.org/officeDocument/2006/relationships/handoutMaster" Target="handoutMasters/handoutMaster1.xml"/><Relationship Id="rId45" Type="http://schemas.microsoft.com/office/2016/11/relationships/changesInfo" Target="changesInfos/changesInfo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8.xml"/><Relationship Id="rId23" Type="http://schemas.openxmlformats.org/officeDocument/2006/relationships/slide" Target="slides/slide16.xml"/><Relationship Id="rId28" Type="http://schemas.openxmlformats.org/officeDocument/2006/relationships/slide" Target="slides/slide21.xml"/><Relationship Id="rId36" Type="http://schemas.openxmlformats.org/officeDocument/2006/relationships/slide" Target="slides/slide29.xml"/><Relationship Id="rId10" Type="http://schemas.openxmlformats.org/officeDocument/2006/relationships/slide" Target="slides/slide3.xml"/><Relationship Id="rId19" Type="http://schemas.openxmlformats.org/officeDocument/2006/relationships/slide" Target="slides/slide12.xml"/><Relationship Id="rId31" Type="http://schemas.openxmlformats.org/officeDocument/2006/relationships/slide" Target="slides/slide24.xml"/><Relationship Id="rId44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slide" Target="slides/slide15.xml"/><Relationship Id="rId27" Type="http://schemas.openxmlformats.org/officeDocument/2006/relationships/slide" Target="slides/slide20.xml"/><Relationship Id="rId30" Type="http://schemas.openxmlformats.org/officeDocument/2006/relationships/slide" Target="slides/slide23.xml"/><Relationship Id="rId35" Type="http://schemas.openxmlformats.org/officeDocument/2006/relationships/slide" Target="slides/slide28.xml"/><Relationship Id="rId43" Type="http://schemas.openxmlformats.org/officeDocument/2006/relationships/theme" Target="theme/theme1.xml"/><Relationship Id="rId8" Type="http://schemas.openxmlformats.org/officeDocument/2006/relationships/slide" Target="slides/slide1.xml"/><Relationship Id="rId3" Type="http://schemas.openxmlformats.org/officeDocument/2006/relationships/customXml" Target="../customXml/item3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slide" Target="slides/slide18.xml"/><Relationship Id="rId33" Type="http://schemas.openxmlformats.org/officeDocument/2006/relationships/slide" Target="slides/slide26.xml"/><Relationship Id="rId38" Type="http://schemas.openxmlformats.org/officeDocument/2006/relationships/slide" Target="slides/slide31.xml"/><Relationship Id="rId46" Type="http://schemas.microsoft.com/office/2015/10/relationships/revisionInfo" Target="revisionInfo.xml"/><Relationship Id="rId20" Type="http://schemas.openxmlformats.org/officeDocument/2006/relationships/slide" Target="slides/slide13.xml"/><Relationship Id="rId41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irik Eriksen Heen" userId="3e804305-1c07-417a-9ea8-d913585be88f" providerId="ADAL" clId="{1A8AB375-2C17-4B69-9219-6D6459D5CFE1}"/>
    <pc:docChg chg="undo custSel addSld delSld modSld sldOrd delMainMaster">
      <pc:chgData name="Eirik Eriksen Heen" userId="3e804305-1c07-417a-9ea8-d913585be88f" providerId="ADAL" clId="{1A8AB375-2C17-4B69-9219-6D6459D5CFE1}" dt="2026-09-08T19:21:38.414" v="3789" actId="20577"/>
      <pc:docMkLst>
        <pc:docMk/>
      </pc:docMkLst>
      <pc:sldChg chg="addSp delSp modSp mod">
        <pc:chgData name="Eirik Eriksen Heen" userId="3e804305-1c07-417a-9ea8-d913585be88f" providerId="ADAL" clId="{1A8AB375-2C17-4B69-9219-6D6459D5CFE1}" dt="2026-09-07T13:59:42.904" v="2430" actId="20577"/>
        <pc:sldMkLst>
          <pc:docMk/>
          <pc:sldMk cId="1407515244" sldId="4723"/>
        </pc:sldMkLst>
        <pc:spChg chg="mod">
          <ac:chgData name="Eirik Eriksen Heen" userId="3e804305-1c07-417a-9ea8-d913585be88f" providerId="ADAL" clId="{1A8AB375-2C17-4B69-9219-6D6459D5CFE1}" dt="2026-09-07T13:59:18.892" v="2417" actId="20577"/>
          <ac:spMkLst>
            <pc:docMk/>
            <pc:sldMk cId="1407515244" sldId="4723"/>
            <ac:spMk id="2" creationId="{627791FC-E0EA-6C14-AC4A-823EDB6CD583}"/>
          </ac:spMkLst>
        </pc:spChg>
        <pc:spChg chg="mod">
          <ac:chgData name="Eirik Eriksen Heen" userId="3e804305-1c07-417a-9ea8-d913585be88f" providerId="ADAL" clId="{1A8AB375-2C17-4B69-9219-6D6459D5CFE1}" dt="2026-09-07T13:59:37.482" v="2422" actId="20577"/>
          <ac:spMkLst>
            <pc:docMk/>
            <pc:sldMk cId="1407515244" sldId="4723"/>
            <ac:spMk id="3" creationId="{23F138D2-D716-800C-7BD4-51214B3DFAEC}"/>
          </ac:spMkLst>
        </pc:spChg>
        <pc:spChg chg="mod">
          <ac:chgData name="Eirik Eriksen Heen" userId="3e804305-1c07-417a-9ea8-d913585be88f" providerId="ADAL" clId="{1A8AB375-2C17-4B69-9219-6D6459D5CFE1}" dt="2026-09-07T13:59:42.904" v="2430" actId="20577"/>
          <ac:spMkLst>
            <pc:docMk/>
            <pc:sldMk cId="1407515244" sldId="4723"/>
            <ac:spMk id="4" creationId="{060DF337-25AD-4C8F-F889-34F9AAC6B3AC}"/>
          </ac:spMkLst>
        </pc:spChg>
        <pc:spChg chg="mod">
          <ac:chgData name="Eirik Eriksen Heen" userId="3e804305-1c07-417a-9ea8-d913585be88f" providerId="ADAL" clId="{1A8AB375-2C17-4B69-9219-6D6459D5CFE1}" dt="2026-09-07T13:58:44.474" v="2408" actId="20577"/>
          <ac:spMkLst>
            <pc:docMk/>
            <pc:sldMk cId="1407515244" sldId="4723"/>
            <ac:spMk id="5" creationId="{95AD11E3-1ED0-02B1-5A28-928F899FCB2F}"/>
          </ac:spMkLst>
        </pc:spChg>
        <pc:picChg chg="add mod ord">
          <ac:chgData name="Eirik Eriksen Heen" userId="3e804305-1c07-417a-9ea8-d913585be88f" providerId="ADAL" clId="{1A8AB375-2C17-4B69-9219-6D6459D5CFE1}" dt="2026-09-07T13:56:31.554" v="2402" actId="931"/>
          <ac:picMkLst>
            <pc:docMk/>
            <pc:sldMk cId="1407515244" sldId="4723"/>
            <ac:picMk id="10" creationId="{D4F8A7F8-162D-C8D2-9C8C-B43CD09556A7}"/>
          </ac:picMkLst>
        </pc:picChg>
      </pc:sldChg>
      <pc:sldChg chg="addSp delSp modSp new mod modClrScheme chgLayout">
        <pc:chgData name="Eirik Eriksen Heen" userId="3e804305-1c07-417a-9ea8-d913585be88f" providerId="ADAL" clId="{1A8AB375-2C17-4B69-9219-6D6459D5CFE1}" dt="2026-09-08T19:21:38.414" v="3789" actId="20577"/>
        <pc:sldMkLst>
          <pc:docMk/>
          <pc:sldMk cId="856033568" sldId="4724"/>
        </pc:sldMkLst>
        <pc:spChg chg="mod ord">
          <ac:chgData name="Eirik Eriksen Heen" userId="3e804305-1c07-417a-9ea8-d913585be88f" providerId="ADAL" clId="{1A8AB375-2C17-4B69-9219-6D6459D5CFE1}" dt="2026-09-07T14:21:51.335" v="2435" actId="700"/>
          <ac:spMkLst>
            <pc:docMk/>
            <pc:sldMk cId="856033568" sldId="4724"/>
            <ac:spMk id="2" creationId="{86BA13D0-C5B5-2611-9DB6-7862E0EB73F2}"/>
          </ac:spMkLst>
        </pc:spChg>
        <pc:spChg chg="add mod ord">
          <ac:chgData name="Eirik Eriksen Heen" userId="3e804305-1c07-417a-9ea8-d913585be88f" providerId="ADAL" clId="{1A8AB375-2C17-4B69-9219-6D6459D5CFE1}" dt="2026-09-07T14:21:58.633" v="2436"/>
          <ac:spMkLst>
            <pc:docMk/>
            <pc:sldMk cId="856033568" sldId="4724"/>
            <ac:spMk id="4" creationId="{129358B7-9D5D-887D-FF40-0E798B7B6B40}"/>
          </ac:spMkLst>
        </pc:spChg>
        <pc:spChg chg="add mod ord">
          <ac:chgData name="Eirik Eriksen Heen" userId="3e804305-1c07-417a-9ea8-d913585be88f" providerId="ADAL" clId="{1A8AB375-2C17-4B69-9219-6D6459D5CFE1}" dt="2026-09-08T19:21:38.414" v="3789" actId="20577"/>
          <ac:spMkLst>
            <pc:docMk/>
            <pc:sldMk cId="856033568" sldId="4724"/>
            <ac:spMk id="5" creationId="{E9A3617E-8213-D452-AF72-65A5641F8512}"/>
          </ac:spMkLst>
        </pc:spChg>
      </pc:sldChg>
      <pc:sldChg chg="modSp new mod ord">
        <pc:chgData name="Eirik Eriksen Heen" userId="3e804305-1c07-417a-9ea8-d913585be88f" providerId="ADAL" clId="{1A8AB375-2C17-4B69-9219-6D6459D5CFE1}" dt="2026-09-07T16:27:37.088" v="2832" actId="368"/>
        <pc:sldMkLst>
          <pc:docMk/>
          <pc:sldMk cId="303693229" sldId="4726"/>
        </pc:sldMkLst>
        <pc:spChg chg="mod">
          <ac:chgData name="Eirik Eriksen Heen" userId="3e804305-1c07-417a-9ea8-d913585be88f" providerId="ADAL" clId="{1A8AB375-2C17-4B69-9219-6D6459D5CFE1}" dt="2026-09-07T14:52:54.011" v="2451"/>
          <ac:spMkLst>
            <pc:docMk/>
            <pc:sldMk cId="303693229" sldId="4726"/>
            <ac:spMk id="2" creationId="{50A340E7-602E-A49B-1FDB-366BEC6A8E31}"/>
          </ac:spMkLst>
        </pc:spChg>
      </pc:sldChg>
      <pc:sldChg chg="addSp delSp modSp add mod modClrScheme chgLayout">
        <pc:chgData name="Eirik Eriksen Heen" userId="3e804305-1c07-417a-9ea8-d913585be88f" providerId="ADAL" clId="{1A8AB375-2C17-4B69-9219-6D6459D5CFE1}" dt="2026-09-07T15:33:05.293" v="2518" actId="113"/>
        <pc:sldMkLst>
          <pc:docMk/>
          <pc:sldMk cId="3186395712" sldId="4727"/>
        </pc:sldMkLst>
        <pc:spChg chg="mod ord">
          <ac:chgData name="Eirik Eriksen Heen" userId="3e804305-1c07-417a-9ea8-d913585be88f" providerId="ADAL" clId="{1A8AB375-2C17-4B69-9219-6D6459D5CFE1}" dt="2026-09-07T15:28:12.866" v="2516" actId="790"/>
          <ac:spMkLst>
            <pc:docMk/>
            <pc:sldMk cId="3186395712" sldId="4727"/>
            <ac:spMk id="2" creationId="{5238E17F-C3A2-534D-C849-B567791A987F}"/>
          </ac:spMkLst>
        </pc:spChg>
        <pc:spChg chg="add mod ord">
          <ac:chgData name="Eirik Eriksen Heen" userId="3e804305-1c07-417a-9ea8-d913585be88f" providerId="ADAL" clId="{1A8AB375-2C17-4B69-9219-6D6459D5CFE1}" dt="2026-09-07T15:33:05.293" v="2518" actId="113"/>
          <ac:spMkLst>
            <pc:docMk/>
            <pc:sldMk cId="3186395712" sldId="4727"/>
            <ac:spMk id="4" creationId="{DE356D81-418C-B2AA-0CEE-7E44E6AA9E74}"/>
          </ac:spMkLst>
        </pc:spChg>
        <pc:spChg chg="add mod">
          <ac:chgData name="Eirik Eriksen Heen" userId="3e804305-1c07-417a-9ea8-d913585be88f" providerId="ADAL" clId="{1A8AB375-2C17-4B69-9219-6D6459D5CFE1}" dt="2026-09-07T15:02:27.008" v="2494" actId="14100"/>
          <ac:spMkLst>
            <pc:docMk/>
            <pc:sldMk cId="3186395712" sldId="4727"/>
            <ac:spMk id="7" creationId="{79304987-5213-A272-DE18-B4B553E4641E}"/>
          </ac:spMkLst>
        </pc:spChg>
        <pc:spChg chg="add mod">
          <ac:chgData name="Eirik Eriksen Heen" userId="3e804305-1c07-417a-9ea8-d913585be88f" providerId="ADAL" clId="{1A8AB375-2C17-4B69-9219-6D6459D5CFE1}" dt="2026-09-07T15:02:32.927" v="2495" actId="1076"/>
          <ac:spMkLst>
            <pc:docMk/>
            <pc:sldMk cId="3186395712" sldId="4727"/>
            <ac:spMk id="14" creationId="{7E7A87CB-A8FB-16F2-14DE-F88CE8381134}"/>
          </ac:spMkLst>
        </pc:spChg>
        <pc:spChg chg="add mod">
          <ac:chgData name="Eirik Eriksen Heen" userId="3e804305-1c07-417a-9ea8-d913585be88f" providerId="ADAL" clId="{1A8AB375-2C17-4B69-9219-6D6459D5CFE1}" dt="2026-09-07T15:02:32.927" v="2495" actId="1076"/>
          <ac:spMkLst>
            <pc:docMk/>
            <pc:sldMk cId="3186395712" sldId="4727"/>
            <ac:spMk id="16" creationId="{FE97CB52-0C54-28F8-0437-AF5384E641DE}"/>
          </ac:spMkLst>
        </pc:spChg>
        <pc:spChg chg="add mod">
          <ac:chgData name="Eirik Eriksen Heen" userId="3e804305-1c07-417a-9ea8-d913585be88f" providerId="ADAL" clId="{1A8AB375-2C17-4B69-9219-6D6459D5CFE1}" dt="2026-09-07T15:03:07.538" v="2513" actId="1076"/>
          <ac:spMkLst>
            <pc:docMk/>
            <pc:sldMk cId="3186395712" sldId="4727"/>
            <ac:spMk id="17" creationId="{E930F2A0-269B-A0BE-2247-0A6E41B7656B}"/>
          </ac:spMkLst>
        </pc:spChg>
        <pc:spChg chg="add mod">
          <ac:chgData name="Eirik Eriksen Heen" userId="3e804305-1c07-417a-9ea8-d913585be88f" providerId="ADAL" clId="{1A8AB375-2C17-4B69-9219-6D6459D5CFE1}" dt="2026-09-07T15:27:58.405" v="2515" actId="1076"/>
          <ac:spMkLst>
            <pc:docMk/>
            <pc:sldMk cId="3186395712" sldId="4727"/>
            <ac:spMk id="19" creationId="{DC331D9D-88DF-4314-DA35-F4494EA7C16D}"/>
          </ac:spMkLst>
        </pc:spChg>
        <pc:cxnChg chg="add mod">
          <ac:chgData name="Eirik Eriksen Heen" userId="3e804305-1c07-417a-9ea8-d913585be88f" providerId="ADAL" clId="{1A8AB375-2C17-4B69-9219-6D6459D5CFE1}" dt="2026-09-07T15:03:07.538" v="2513" actId="1076"/>
          <ac:cxnSpMkLst>
            <pc:docMk/>
            <pc:sldMk cId="3186395712" sldId="4727"/>
            <ac:cxnSpMk id="9" creationId="{2C22413F-3CED-0535-A647-0ABEA649FA96}"/>
          </ac:cxnSpMkLst>
        </pc:cxnChg>
        <pc:cxnChg chg="add mod">
          <ac:chgData name="Eirik Eriksen Heen" userId="3e804305-1c07-417a-9ea8-d913585be88f" providerId="ADAL" clId="{1A8AB375-2C17-4B69-9219-6D6459D5CFE1}" dt="2026-09-07T15:03:07.538" v="2513" actId="1076"/>
          <ac:cxnSpMkLst>
            <pc:docMk/>
            <pc:sldMk cId="3186395712" sldId="4727"/>
            <ac:cxnSpMk id="12" creationId="{C5BD55C8-544A-1C88-1AEE-A08D09A46006}"/>
          </ac:cxnSpMkLst>
        </pc:cxnChg>
      </pc:sldChg>
      <pc:sldChg chg="modSp add del mod modNotesTx">
        <pc:chgData name="Eirik Eriksen Heen" userId="3e804305-1c07-417a-9ea8-d913585be88f" providerId="ADAL" clId="{1A8AB375-2C17-4B69-9219-6D6459D5CFE1}" dt="2026-09-08T17:05:50.291" v="3241" actId="47"/>
        <pc:sldMkLst>
          <pc:docMk/>
          <pc:sldMk cId="991048586" sldId="4728"/>
        </pc:sldMkLst>
      </pc:sldChg>
      <pc:sldChg chg="modSp add del mod">
        <pc:chgData name="Eirik Eriksen Heen" userId="3e804305-1c07-417a-9ea8-d913585be88f" providerId="ADAL" clId="{1A8AB375-2C17-4B69-9219-6D6459D5CFE1}" dt="2026-09-08T17:05:50.291" v="3241" actId="47"/>
        <pc:sldMkLst>
          <pc:docMk/>
          <pc:sldMk cId="3945086631" sldId="4730"/>
        </pc:sldMkLst>
      </pc:sldChg>
      <pc:sldChg chg="addSp delSp modSp add mod">
        <pc:chgData name="Eirik Eriksen Heen" userId="3e804305-1c07-417a-9ea8-d913585be88f" providerId="ADAL" clId="{1A8AB375-2C17-4B69-9219-6D6459D5CFE1}" dt="2026-09-08T14:53:47.263" v="3004" actId="478"/>
        <pc:sldMkLst>
          <pc:docMk/>
          <pc:sldMk cId="3054872308" sldId="4731"/>
        </pc:sldMkLst>
        <pc:spChg chg="mod">
          <ac:chgData name="Eirik Eriksen Heen" userId="3e804305-1c07-417a-9ea8-d913585be88f" providerId="ADAL" clId="{1A8AB375-2C17-4B69-9219-6D6459D5CFE1}" dt="2026-09-07T16:05:24.295" v="2533" actId="26606"/>
          <ac:spMkLst>
            <pc:docMk/>
            <pc:sldMk cId="3054872308" sldId="4731"/>
            <ac:spMk id="2" creationId="{E45CC3F8-47EF-1F08-CB6B-A96A80CA8C8D}"/>
          </ac:spMkLst>
        </pc:spChg>
        <pc:spChg chg="mod">
          <ac:chgData name="Eirik Eriksen Heen" userId="3e804305-1c07-417a-9ea8-d913585be88f" providerId="ADAL" clId="{1A8AB375-2C17-4B69-9219-6D6459D5CFE1}" dt="2026-09-07T16:07:31.104" v="2559" actId="20577"/>
          <ac:spMkLst>
            <pc:docMk/>
            <pc:sldMk cId="3054872308" sldId="4731"/>
            <ac:spMk id="4" creationId="{C1089162-D77C-3E4E-9321-6D8C7B844604}"/>
          </ac:spMkLst>
        </pc:spChg>
        <pc:spChg chg="add mod">
          <ac:chgData name="Eirik Eriksen Heen" userId="3e804305-1c07-417a-9ea8-d913585be88f" providerId="ADAL" clId="{1A8AB375-2C17-4B69-9219-6D6459D5CFE1}" dt="2026-09-07T16:10:05.945" v="2607" actId="14100"/>
          <ac:spMkLst>
            <pc:docMk/>
            <pc:sldMk cId="3054872308" sldId="4731"/>
            <ac:spMk id="6" creationId="{7873CC41-8C42-8A15-3634-C1C0EA2AF5E1}"/>
          </ac:spMkLst>
        </pc:spChg>
        <pc:spChg chg="add mod">
          <ac:chgData name="Eirik Eriksen Heen" userId="3e804305-1c07-417a-9ea8-d913585be88f" providerId="ADAL" clId="{1A8AB375-2C17-4B69-9219-6D6459D5CFE1}" dt="2026-09-07T16:09:18.419" v="2583" actId="790"/>
          <ac:spMkLst>
            <pc:docMk/>
            <pc:sldMk cId="3054872308" sldId="4731"/>
            <ac:spMk id="8" creationId="{6E6EECA4-B71E-F3DC-CD5A-BA4870575811}"/>
          </ac:spMkLst>
        </pc:spChg>
        <pc:spChg chg="add mod">
          <ac:chgData name="Eirik Eriksen Heen" userId="3e804305-1c07-417a-9ea8-d913585be88f" providerId="ADAL" clId="{1A8AB375-2C17-4B69-9219-6D6459D5CFE1}" dt="2026-09-07T16:09:43.260" v="2604" actId="313"/>
          <ac:spMkLst>
            <pc:docMk/>
            <pc:sldMk cId="3054872308" sldId="4731"/>
            <ac:spMk id="11" creationId="{DFA2470D-737A-C586-CEDB-8111FE6077FE}"/>
          </ac:spMkLst>
        </pc:spChg>
        <pc:spChg chg="add mod">
          <ac:chgData name="Eirik Eriksen Heen" userId="3e804305-1c07-417a-9ea8-d913585be88f" providerId="ADAL" clId="{1A8AB375-2C17-4B69-9219-6D6459D5CFE1}" dt="2026-09-07T16:10:08.183" v="2608" actId="14100"/>
          <ac:spMkLst>
            <pc:docMk/>
            <pc:sldMk cId="3054872308" sldId="4731"/>
            <ac:spMk id="15" creationId="{8D1E84EF-7C0F-F4C7-6C3F-B400FACF2390}"/>
          </ac:spMkLst>
        </pc:spChg>
        <pc:picChg chg="add del">
          <ac:chgData name="Eirik Eriksen Heen" userId="3e804305-1c07-417a-9ea8-d913585be88f" providerId="ADAL" clId="{1A8AB375-2C17-4B69-9219-6D6459D5CFE1}" dt="2026-09-08T14:53:47.045" v="3003" actId="22"/>
          <ac:picMkLst>
            <pc:docMk/>
            <pc:sldMk cId="3054872308" sldId="4731"/>
            <ac:picMk id="5" creationId="{928AADE4-B243-419C-3D4E-92F35D8B5F18}"/>
          </ac:picMkLst>
        </pc:picChg>
        <pc:picChg chg="add del mod">
          <ac:chgData name="Eirik Eriksen Heen" userId="3e804305-1c07-417a-9ea8-d913585be88f" providerId="ADAL" clId="{1A8AB375-2C17-4B69-9219-6D6459D5CFE1}" dt="2026-09-08T14:53:47.263" v="3004" actId="478"/>
          <ac:picMkLst>
            <pc:docMk/>
            <pc:sldMk cId="3054872308" sldId="4731"/>
            <ac:picMk id="20" creationId="{9DC32000-D7AC-F194-5510-50AE9E1E2972}"/>
          </ac:picMkLst>
        </pc:picChg>
      </pc:sldChg>
      <pc:sldChg chg="addSp delSp modSp add mod">
        <pc:chgData name="Eirik Eriksen Heen" userId="3e804305-1c07-417a-9ea8-d913585be88f" providerId="ADAL" clId="{1A8AB375-2C17-4B69-9219-6D6459D5CFE1}" dt="2026-09-08T14:53:07.066" v="3000" actId="1076"/>
        <pc:sldMkLst>
          <pc:docMk/>
          <pc:sldMk cId="1295186144" sldId="4732"/>
        </pc:sldMkLst>
        <pc:spChg chg="mod">
          <ac:chgData name="Eirik Eriksen Heen" userId="3e804305-1c07-417a-9ea8-d913585be88f" providerId="ADAL" clId="{1A8AB375-2C17-4B69-9219-6D6459D5CFE1}" dt="2026-09-07T16:17:55.387" v="2752" actId="20577"/>
          <ac:spMkLst>
            <pc:docMk/>
            <pc:sldMk cId="1295186144" sldId="4732"/>
            <ac:spMk id="4" creationId="{980C58C9-CB05-E205-32C8-27D33E2CF373}"/>
          </ac:spMkLst>
        </pc:spChg>
        <pc:picChg chg="add del mod">
          <ac:chgData name="Eirik Eriksen Heen" userId="3e804305-1c07-417a-9ea8-d913585be88f" providerId="ADAL" clId="{1A8AB375-2C17-4B69-9219-6D6459D5CFE1}" dt="2026-09-08T14:52:57.644" v="2995" actId="478"/>
          <ac:picMkLst>
            <pc:docMk/>
            <pc:sldMk cId="1295186144" sldId="4732"/>
            <ac:picMk id="5" creationId="{7FF2E0D4-4387-8F79-F5D4-12795E2A1CA7}"/>
          </ac:picMkLst>
        </pc:picChg>
        <pc:picChg chg="add mod">
          <ac:chgData name="Eirik Eriksen Heen" userId="3e804305-1c07-417a-9ea8-d913585be88f" providerId="ADAL" clId="{1A8AB375-2C17-4B69-9219-6D6459D5CFE1}" dt="2026-09-08T14:53:07.066" v="3000" actId="1076"/>
          <ac:picMkLst>
            <pc:docMk/>
            <pc:sldMk cId="1295186144" sldId="4732"/>
            <ac:picMk id="6" creationId="{1D5D8701-AC79-25F2-4300-24A15268D986}"/>
          </ac:picMkLst>
        </pc:picChg>
      </pc:sldChg>
      <pc:sldChg chg="addSp delSp modSp new mod">
        <pc:chgData name="Eirik Eriksen Heen" userId="3e804305-1c07-417a-9ea8-d913585be88f" providerId="ADAL" clId="{1A8AB375-2C17-4B69-9219-6D6459D5CFE1}" dt="2026-09-07T16:29:33.296" v="2858" actId="20577"/>
        <pc:sldMkLst>
          <pc:docMk/>
          <pc:sldMk cId="429337970" sldId="4733"/>
        </pc:sldMkLst>
        <pc:spChg chg="add mod">
          <ac:chgData name="Eirik Eriksen Heen" userId="3e804305-1c07-417a-9ea8-d913585be88f" providerId="ADAL" clId="{1A8AB375-2C17-4B69-9219-6D6459D5CFE1}" dt="2026-09-07T16:29:33.296" v="2858" actId="20577"/>
          <ac:spMkLst>
            <pc:docMk/>
            <pc:sldMk cId="429337970" sldId="4733"/>
            <ac:spMk id="10" creationId="{D4D68A9C-4F17-B5F2-3CBB-7D336E6C6F8B}"/>
          </ac:spMkLst>
        </pc:spChg>
      </pc:sldChg>
      <pc:sldChg chg="addSp modSp new del mod modClrScheme chgLayout modNotesTx">
        <pc:chgData name="Eirik Eriksen Heen" userId="3e804305-1c07-417a-9ea8-d913585be88f" providerId="ADAL" clId="{1A8AB375-2C17-4B69-9219-6D6459D5CFE1}" dt="2026-09-08T17:05:50.291" v="3241" actId="47"/>
        <pc:sldMkLst>
          <pc:docMk/>
          <pc:sldMk cId="2118661273" sldId="4734"/>
        </pc:sldMkLst>
      </pc:sldChg>
      <pc:sldChg chg="modSp new del mod ord modNotesTx">
        <pc:chgData name="Eirik Eriksen Heen" userId="3e804305-1c07-417a-9ea8-d913585be88f" providerId="ADAL" clId="{1A8AB375-2C17-4B69-9219-6D6459D5CFE1}" dt="2026-09-08T17:05:50.291" v="3241" actId="47"/>
        <pc:sldMkLst>
          <pc:docMk/>
          <pc:sldMk cId="2222549203" sldId="4736"/>
        </pc:sldMkLst>
      </pc:sldChg>
      <pc:sldChg chg="new del">
        <pc:chgData name="Eirik Eriksen Heen" userId="3e804305-1c07-417a-9ea8-d913585be88f" providerId="ADAL" clId="{1A8AB375-2C17-4B69-9219-6D6459D5CFE1}" dt="2026-09-08T17:05:50.291" v="3241" actId="47"/>
        <pc:sldMkLst>
          <pc:docMk/>
          <pc:sldMk cId="763165624" sldId="4737"/>
        </pc:sldMkLst>
      </pc:sldChg>
      <pc:sldChg chg="new del">
        <pc:chgData name="Eirik Eriksen Heen" userId="3e804305-1c07-417a-9ea8-d913585be88f" providerId="ADAL" clId="{1A8AB375-2C17-4B69-9219-6D6459D5CFE1}" dt="2026-09-08T17:05:50.291" v="3241" actId="47"/>
        <pc:sldMkLst>
          <pc:docMk/>
          <pc:sldMk cId="3012009058" sldId="4738"/>
        </pc:sldMkLst>
      </pc:sldChg>
      <pc:sldChg chg="addSp delSp modSp new mod ord modClrScheme chgLayout">
        <pc:chgData name="Eirik Eriksen Heen" userId="3e804305-1c07-417a-9ea8-d913585be88f" providerId="ADAL" clId="{1A8AB375-2C17-4B69-9219-6D6459D5CFE1}" dt="2026-09-08T16:45:14.473" v="3174" actId="1076"/>
        <pc:sldMkLst>
          <pc:docMk/>
          <pc:sldMk cId="420574786" sldId="4739"/>
        </pc:sldMkLst>
        <pc:spChg chg="mod ord">
          <ac:chgData name="Eirik Eriksen Heen" userId="3e804305-1c07-417a-9ea8-d913585be88f" providerId="ADAL" clId="{1A8AB375-2C17-4B69-9219-6D6459D5CFE1}" dt="2026-09-08T16:39:53.096" v="3072" actId="790"/>
          <ac:spMkLst>
            <pc:docMk/>
            <pc:sldMk cId="420574786" sldId="4739"/>
            <ac:spMk id="2" creationId="{ECE14EF9-3114-8703-E128-307C98FCDAF8}"/>
          </ac:spMkLst>
        </pc:spChg>
        <pc:spChg chg="add del mod ord">
          <ac:chgData name="Eirik Eriksen Heen" userId="3e804305-1c07-417a-9ea8-d913585be88f" providerId="ADAL" clId="{1A8AB375-2C17-4B69-9219-6D6459D5CFE1}" dt="2026-09-08T16:39:33.219" v="3071"/>
          <ac:spMkLst>
            <pc:docMk/>
            <pc:sldMk cId="420574786" sldId="4739"/>
            <ac:spMk id="3" creationId="{AA2C749F-8719-5D6A-964A-3784D1493E79}"/>
          </ac:spMkLst>
        </pc:spChg>
        <pc:spChg chg="add mod">
          <ac:chgData name="Eirik Eriksen Heen" userId="3e804305-1c07-417a-9ea8-d913585be88f" providerId="ADAL" clId="{1A8AB375-2C17-4B69-9219-6D6459D5CFE1}" dt="2026-09-08T16:40:42.828" v="3141" actId="20577"/>
          <ac:spMkLst>
            <pc:docMk/>
            <pc:sldMk cId="420574786" sldId="4739"/>
            <ac:spMk id="5" creationId="{362F4185-7868-708C-4CCE-461F250FD0E7}"/>
          </ac:spMkLst>
        </pc:spChg>
        <pc:spChg chg="add mod">
          <ac:chgData name="Eirik Eriksen Heen" userId="3e804305-1c07-417a-9ea8-d913585be88f" providerId="ADAL" clId="{1A8AB375-2C17-4B69-9219-6D6459D5CFE1}" dt="2026-09-08T16:40:52.948" v="3143" actId="1076"/>
          <ac:spMkLst>
            <pc:docMk/>
            <pc:sldMk cId="420574786" sldId="4739"/>
            <ac:spMk id="9" creationId="{DEACFB70-7B8A-9D16-58FF-C85E2BF34F8A}"/>
          </ac:spMkLst>
        </pc:spChg>
        <pc:spChg chg="add mod">
          <ac:chgData name="Eirik Eriksen Heen" userId="3e804305-1c07-417a-9ea8-d913585be88f" providerId="ADAL" clId="{1A8AB375-2C17-4B69-9219-6D6459D5CFE1}" dt="2026-09-08T16:41:22.360" v="3147" actId="1076"/>
          <ac:spMkLst>
            <pc:docMk/>
            <pc:sldMk cId="420574786" sldId="4739"/>
            <ac:spMk id="10" creationId="{38E2A3C3-496B-C8BF-2EF7-B2404620FFD4}"/>
          </ac:spMkLst>
        </pc:spChg>
        <pc:spChg chg="add mod">
          <ac:chgData name="Eirik Eriksen Heen" userId="3e804305-1c07-417a-9ea8-d913585be88f" providerId="ADAL" clId="{1A8AB375-2C17-4B69-9219-6D6459D5CFE1}" dt="2026-09-08T16:43:17.143" v="3167" actId="1076"/>
          <ac:spMkLst>
            <pc:docMk/>
            <pc:sldMk cId="420574786" sldId="4739"/>
            <ac:spMk id="12" creationId="{45B84A12-34FD-41D8-96D6-A02D5ED73FDA}"/>
          </ac:spMkLst>
        </pc:spChg>
        <pc:spChg chg="add mod">
          <ac:chgData name="Eirik Eriksen Heen" userId="3e804305-1c07-417a-9ea8-d913585be88f" providerId="ADAL" clId="{1A8AB375-2C17-4B69-9219-6D6459D5CFE1}" dt="2026-09-08T16:45:14.473" v="3174" actId="1076"/>
          <ac:spMkLst>
            <pc:docMk/>
            <pc:sldMk cId="420574786" sldId="4739"/>
            <ac:spMk id="14" creationId="{38365FD7-7C80-B7C5-1E9C-981E69EEAF03}"/>
          </ac:spMkLst>
        </pc:spChg>
        <pc:graphicFrameChg chg="add mod">
          <ac:chgData name="Eirik Eriksen Heen" userId="3e804305-1c07-417a-9ea8-d913585be88f" providerId="ADAL" clId="{1A8AB375-2C17-4B69-9219-6D6459D5CFE1}" dt="2026-09-08T16:39:33.219" v="3071"/>
          <ac:graphicFrameMkLst>
            <pc:docMk/>
            <pc:sldMk cId="420574786" sldId="4739"/>
            <ac:graphicFrameMk id="6" creationId="{3B697497-FC3D-8ECE-56B0-1BFF0F8FF37A}"/>
          </ac:graphicFrameMkLst>
        </pc:graphicFrameChg>
        <pc:graphicFrameChg chg="del mod ord modGraphic">
          <ac:chgData name="Eirik Eriksen Heen" userId="3e804305-1c07-417a-9ea8-d913585be88f" providerId="ADAL" clId="{1A8AB375-2C17-4B69-9219-6D6459D5CFE1}" dt="2026-09-08T16:39:30.698" v="3070" actId="21"/>
          <ac:graphicFrameMkLst>
            <pc:docMk/>
            <pc:sldMk cId="420574786" sldId="4739"/>
            <ac:graphicFrameMk id="7" creationId="{3B697497-FC3D-8ECE-56B0-1BFF0F8FF37A}"/>
          </ac:graphicFrameMkLst>
        </pc:graphicFrameChg>
      </pc:sldChg>
      <pc:sldChg chg="modSp mod">
        <pc:chgData name="Eirik Eriksen Heen" userId="3e804305-1c07-417a-9ea8-d913585be88f" providerId="ADAL" clId="{1A8AB375-2C17-4B69-9219-6D6459D5CFE1}" dt="2026-09-08T16:36:50.909" v="3067" actId="1076"/>
        <pc:sldMkLst>
          <pc:docMk/>
          <pc:sldMk cId="554562331" sldId="4742"/>
        </pc:sldMkLst>
        <pc:spChg chg="mod">
          <ac:chgData name="Eirik Eriksen Heen" userId="3e804305-1c07-417a-9ea8-d913585be88f" providerId="ADAL" clId="{1A8AB375-2C17-4B69-9219-6D6459D5CFE1}" dt="2026-09-08T16:36:50.909" v="3067" actId="1076"/>
          <ac:spMkLst>
            <pc:docMk/>
            <pc:sldMk cId="554562331" sldId="4742"/>
            <ac:spMk id="15" creationId="{41C014BF-34A5-06B3-6320-8F4C072559C6}"/>
          </ac:spMkLst>
        </pc:spChg>
      </pc:sldChg>
      <pc:sldChg chg="del">
        <pc:chgData name="Eirik Eriksen Heen" userId="3e804305-1c07-417a-9ea8-d913585be88f" providerId="ADAL" clId="{1A8AB375-2C17-4B69-9219-6D6459D5CFE1}" dt="2026-09-08T14:57:41.115" v="3027" actId="47"/>
        <pc:sldMkLst>
          <pc:docMk/>
          <pc:sldMk cId="560482377" sldId="4745"/>
        </pc:sldMkLst>
      </pc:sldChg>
      <pc:sldChg chg="del">
        <pc:chgData name="Eirik Eriksen Heen" userId="3e804305-1c07-417a-9ea8-d913585be88f" providerId="ADAL" clId="{1A8AB375-2C17-4B69-9219-6D6459D5CFE1}" dt="2026-09-08T14:57:41.115" v="3027" actId="47"/>
        <pc:sldMkLst>
          <pc:docMk/>
          <pc:sldMk cId="78841161" sldId="4746"/>
        </pc:sldMkLst>
      </pc:sldChg>
      <pc:sldChg chg="addSp delSp modSp mod modClrScheme chgLayout">
        <pc:chgData name="Eirik Eriksen Heen" userId="3e804305-1c07-417a-9ea8-d913585be88f" providerId="ADAL" clId="{1A8AB375-2C17-4B69-9219-6D6459D5CFE1}" dt="2026-09-08T16:52:07.909" v="3181" actId="1076"/>
        <pc:sldMkLst>
          <pc:docMk/>
          <pc:sldMk cId="118938497" sldId="4749"/>
        </pc:sldMkLst>
        <pc:spChg chg="mod ord">
          <ac:chgData name="Eirik Eriksen Heen" userId="3e804305-1c07-417a-9ea8-d913585be88f" providerId="ADAL" clId="{1A8AB375-2C17-4B69-9219-6D6459D5CFE1}" dt="2026-09-08T16:51:47.486" v="3175" actId="700"/>
          <ac:spMkLst>
            <pc:docMk/>
            <pc:sldMk cId="118938497" sldId="4749"/>
            <ac:spMk id="2" creationId="{9B3BC7C4-8CF1-0614-2297-C48ABC0151FA}"/>
          </ac:spMkLst>
        </pc:spChg>
        <pc:spChg chg="mod ord">
          <ac:chgData name="Eirik Eriksen Heen" userId="3e804305-1c07-417a-9ea8-d913585be88f" providerId="ADAL" clId="{1A8AB375-2C17-4B69-9219-6D6459D5CFE1}" dt="2026-09-08T16:51:51.901" v="3176" actId="14100"/>
          <ac:spMkLst>
            <pc:docMk/>
            <pc:sldMk cId="118938497" sldId="4749"/>
            <ac:spMk id="3" creationId="{A2973D10-6C82-B407-439C-9F7456337732}"/>
          </ac:spMkLst>
        </pc:spChg>
        <pc:spChg chg="add del mod ord">
          <ac:chgData name="Eirik Eriksen Heen" userId="3e804305-1c07-417a-9ea8-d913585be88f" providerId="ADAL" clId="{1A8AB375-2C17-4B69-9219-6D6459D5CFE1}" dt="2026-09-08T16:52:00.867" v="3177" actId="22"/>
          <ac:spMkLst>
            <pc:docMk/>
            <pc:sldMk cId="118938497" sldId="4749"/>
            <ac:spMk id="4" creationId="{DED536AF-EAE5-DCD7-1F37-93D124CBD54D}"/>
          </ac:spMkLst>
        </pc:spChg>
        <pc:picChg chg="add mod">
          <ac:chgData name="Eirik Eriksen Heen" userId="3e804305-1c07-417a-9ea8-d913585be88f" providerId="ADAL" clId="{1A8AB375-2C17-4B69-9219-6D6459D5CFE1}" dt="2026-09-08T16:52:07.909" v="3181" actId="1076"/>
          <ac:picMkLst>
            <pc:docMk/>
            <pc:sldMk cId="118938497" sldId="4749"/>
            <ac:picMk id="7" creationId="{F9ADA81A-3F81-D78B-99D5-DF5032E3CC8A}"/>
          </ac:picMkLst>
        </pc:picChg>
      </pc:sldChg>
      <pc:sldChg chg="addSp delSp modSp mod modClrScheme chgLayout">
        <pc:chgData name="Eirik Eriksen Heen" userId="3e804305-1c07-417a-9ea8-d913585be88f" providerId="ADAL" clId="{1A8AB375-2C17-4B69-9219-6D6459D5CFE1}" dt="2026-09-08T14:56:37.351" v="3023" actId="20577"/>
        <pc:sldMkLst>
          <pc:docMk/>
          <pc:sldMk cId="1257362878" sldId="4751"/>
        </pc:sldMkLst>
        <pc:spChg chg="mod">
          <ac:chgData name="Eirik Eriksen Heen" userId="3e804305-1c07-417a-9ea8-d913585be88f" providerId="ADAL" clId="{1A8AB375-2C17-4B69-9219-6D6459D5CFE1}" dt="2026-09-08T14:55:10.139" v="3007" actId="26606"/>
          <ac:spMkLst>
            <pc:docMk/>
            <pc:sldMk cId="1257362878" sldId="4751"/>
            <ac:spMk id="2" creationId="{4978ABD3-B819-77FD-71FB-F448EB21D1C5}"/>
          </ac:spMkLst>
        </pc:spChg>
        <pc:spChg chg="del">
          <ac:chgData name="Eirik Eriksen Heen" userId="3e804305-1c07-417a-9ea8-d913585be88f" providerId="ADAL" clId="{1A8AB375-2C17-4B69-9219-6D6459D5CFE1}" dt="2026-09-08T14:55:10.139" v="3007" actId="26606"/>
          <ac:spMkLst>
            <pc:docMk/>
            <pc:sldMk cId="1257362878" sldId="4751"/>
            <ac:spMk id="3" creationId="{1D226C3F-C776-4D12-4607-41F091A50F0C}"/>
          </ac:spMkLst>
        </pc:spChg>
        <pc:spChg chg="add del">
          <ac:chgData name="Eirik Eriksen Heen" userId="3e804305-1c07-417a-9ea8-d913585be88f" providerId="ADAL" clId="{1A8AB375-2C17-4B69-9219-6D6459D5CFE1}" dt="2026-09-08T14:56:16.682" v="3016" actId="478"/>
          <ac:spMkLst>
            <pc:docMk/>
            <pc:sldMk cId="1257362878" sldId="4751"/>
            <ac:spMk id="9" creationId="{C2C57394-4622-144F-1E1A-039024482951}"/>
          </ac:spMkLst>
        </pc:spChg>
        <pc:spChg chg="add del mod">
          <ac:chgData name="Eirik Eriksen Heen" userId="3e804305-1c07-417a-9ea8-d913585be88f" providerId="ADAL" clId="{1A8AB375-2C17-4B69-9219-6D6459D5CFE1}" dt="2026-09-08T14:55:36.572" v="3010" actId="26606"/>
          <ac:spMkLst>
            <pc:docMk/>
            <pc:sldMk cId="1257362878" sldId="4751"/>
            <ac:spMk id="10" creationId="{1D723EDC-16F4-20EA-94EE-1AA9051A35EC}"/>
          </ac:spMkLst>
        </pc:spChg>
        <pc:spChg chg="add mod">
          <ac:chgData name="Eirik Eriksen Heen" userId="3e804305-1c07-417a-9ea8-d913585be88f" providerId="ADAL" clId="{1A8AB375-2C17-4B69-9219-6D6459D5CFE1}" dt="2026-09-08T14:56:37.351" v="3023" actId="20577"/>
          <ac:spMkLst>
            <pc:docMk/>
            <pc:sldMk cId="1257362878" sldId="4751"/>
            <ac:spMk id="15" creationId="{B9D9AE61-FB4E-AED1-68F0-418863DBC235}"/>
          </ac:spMkLst>
        </pc:spChg>
        <pc:picChg chg="add del mod">
          <ac:chgData name="Eirik Eriksen Heen" userId="3e804305-1c07-417a-9ea8-d913585be88f" providerId="ADAL" clId="{1A8AB375-2C17-4B69-9219-6D6459D5CFE1}" dt="2026-09-08T14:55:32.453" v="3008" actId="478"/>
          <ac:picMkLst>
            <pc:docMk/>
            <pc:sldMk cId="1257362878" sldId="4751"/>
            <ac:picMk id="5" creationId="{E162B715-DAAF-8316-F459-0304F5C1BB51}"/>
          </ac:picMkLst>
        </pc:picChg>
        <pc:picChg chg="add mod">
          <ac:chgData name="Eirik Eriksen Heen" userId="3e804305-1c07-417a-9ea8-d913585be88f" providerId="ADAL" clId="{1A8AB375-2C17-4B69-9219-6D6459D5CFE1}" dt="2026-09-08T14:55:36.572" v="3010" actId="26606"/>
          <ac:picMkLst>
            <pc:docMk/>
            <pc:sldMk cId="1257362878" sldId="4751"/>
            <ac:picMk id="7" creationId="{25956510-8A42-4040-F9BA-6F0D4C58F724}"/>
          </ac:picMkLst>
        </pc:picChg>
      </pc:sldChg>
      <pc:sldChg chg="modSp add mod">
        <pc:chgData name="Eirik Eriksen Heen" userId="3e804305-1c07-417a-9ea8-d913585be88f" providerId="ADAL" clId="{1A8AB375-2C17-4B69-9219-6D6459D5CFE1}" dt="2026-09-08T14:57:28.175" v="3026"/>
        <pc:sldMkLst>
          <pc:docMk/>
          <pc:sldMk cId="594387457" sldId="4752"/>
        </pc:sldMkLst>
        <pc:spChg chg="mod">
          <ac:chgData name="Eirik Eriksen Heen" userId="3e804305-1c07-417a-9ea8-d913585be88f" providerId="ADAL" clId="{1A8AB375-2C17-4B69-9219-6D6459D5CFE1}" dt="2026-09-08T14:57:09.541" v="3025"/>
          <ac:spMkLst>
            <pc:docMk/>
            <pc:sldMk cId="594387457" sldId="4752"/>
            <ac:spMk id="2" creationId="{5DE65D78-ECF0-84EF-B3B2-E6BDD17F765F}"/>
          </ac:spMkLst>
        </pc:spChg>
        <pc:spChg chg="mod">
          <ac:chgData name="Eirik Eriksen Heen" userId="3e804305-1c07-417a-9ea8-d913585be88f" providerId="ADAL" clId="{1A8AB375-2C17-4B69-9219-6D6459D5CFE1}" dt="2026-09-08T14:57:28.175" v="3026"/>
          <ac:spMkLst>
            <pc:docMk/>
            <pc:sldMk cId="594387457" sldId="4752"/>
            <ac:spMk id="5" creationId="{DFC03FC9-9924-0F25-D0C6-726A30D4FF38}"/>
          </ac:spMkLst>
        </pc:spChg>
      </pc:sldChg>
      <pc:sldChg chg="addSp delSp modSp new mod modClrScheme chgLayout">
        <pc:chgData name="Eirik Eriksen Heen" userId="3e804305-1c07-417a-9ea8-d913585be88f" providerId="ADAL" clId="{1A8AB375-2C17-4B69-9219-6D6459D5CFE1}" dt="2026-09-08T16:56:29.935" v="3193"/>
        <pc:sldMkLst>
          <pc:docMk/>
          <pc:sldMk cId="433656334" sldId="4753"/>
        </pc:sldMkLst>
        <pc:spChg chg="mod ord">
          <ac:chgData name="Eirik Eriksen Heen" userId="3e804305-1c07-417a-9ea8-d913585be88f" providerId="ADAL" clId="{1A8AB375-2C17-4B69-9219-6D6459D5CFE1}" dt="2026-09-08T16:55:05.989" v="3184" actId="700"/>
          <ac:spMkLst>
            <pc:docMk/>
            <pc:sldMk cId="433656334" sldId="4753"/>
            <ac:spMk id="2" creationId="{324D00B9-7910-577F-A9CF-49D3873F8061}"/>
          </ac:spMkLst>
        </pc:spChg>
        <pc:spChg chg="del mod ord">
          <ac:chgData name="Eirik Eriksen Heen" userId="3e804305-1c07-417a-9ea8-d913585be88f" providerId="ADAL" clId="{1A8AB375-2C17-4B69-9219-6D6459D5CFE1}" dt="2026-09-08T16:55:05.989" v="3184" actId="700"/>
          <ac:spMkLst>
            <pc:docMk/>
            <pc:sldMk cId="433656334" sldId="4753"/>
            <ac:spMk id="3" creationId="{6711D974-B7FC-23DB-BA72-30809491A8FB}"/>
          </ac:spMkLst>
        </pc:spChg>
        <pc:spChg chg="add mod">
          <ac:chgData name="Eirik Eriksen Heen" userId="3e804305-1c07-417a-9ea8-d913585be88f" providerId="ADAL" clId="{1A8AB375-2C17-4B69-9219-6D6459D5CFE1}" dt="2026-09-08T16:55:02.446" v="3183" actId="1076"/>
          <ac:spMkLst>
            <pc:docMk/>
            <pc:sldMk cId="433656334" sldId="4753"/>
            <ac:spMk id="5" creationId="{D139611E-BB3C-39A0-133E-CACE114F1A36}"/>
          </ac:spMkLst>
        </pc:spChg>
        <pc:spChg chg="add mod ord">
          <ac:chgData name="Eirik Eriksen Heen" userId="3e804305-1c07-417a-9ea8-d913585be88f" providerId="ADAL" clId="{1A8AB375-2C17-4B69-9219-6D6459D5CFE1}" dt="2026-09-08T16:56:29.935" v="3193"/>
          <ac:spMkLst>
            <pc:docMk/>
            <pc:sldMk cId="433656334" sldId="4753"/>
            <ac:spMk id="6" creationId="{D1B75959-626B-26E3-3E1C-DB244E28182D}"/>
          </ac:spMkLst>
        </pc:spChg>
        <pc:spChg chg="add del mod ord">
          <ac:chgData name="Eirik Eriksen Heen" userId="3e804305-1c07-417a-9ea8-d913585be88f" providerId="ADAL" clId="{1A8AB375-2C17-4B69-9219-6D6459D5CFE1}" dt="2026-09-08T16:56:07.028" v="3191" actId="22"/>
          <ac:spMkLst>
            <pc:docMk/>
            <pc:sldMk cId="433656334" sldId="4753"/>
            <ac:spMk id="7" creationId="{07221418-308D-EA06-205E-05484DCB5CD3}"/>
          </ac:spMkLst>
        </pc:spChg>
        <pc:picChg chg="add mod">
          <ac:chgData name="Eirik Eriksen Heen" userId="3e804305-1c07-417a-9ea8-d913585be88f" providerId="ADAL" clId="{1A8AB375-2C17-4B69-9219-6D6459D5CFE1}" dt="2026-09-08T16:56:07.028" v="3191" actId="22"/>
          <ac:picMkLst>
            <pc:docMk/>
            <pc:sldMk cId="433656334" sldId="4753"/>
            <ac:picMk id="9" creationId="{CB7579AF-E8C8-EDF6-F46F-77A2845D6F86}"/>
          </ac:picMkLst>
        </pc:picChg>
      </pc:sldChg>
      <pc:sldChg chg="addSp delSp modSp new mod modClrScheme chgLayout">
        <pc:chgData name="Eirik Eriksen Heen" userId="3e804305-1c07-417a-9ea8-d913585be88f" providerId="ADAL" clId="{1A8AB375-2C17-4B69-9219-6D6459D5CFE1}" dt="2026-09-08T17:30:02.771" v="3331" actId="478"/>
        <pc:sldMkLst>
          <pc:docMk/>
          <pc:sldMk cId="2712911728" sldId="4754"/>
        </pc:sldMkLst>
        <pc:spChg chg="mod ord">
          <ac:chgData name="Eirik Eriksen Heen" userId="3e804305-1c07-417a-9ea8-d913585be88f" providerId="ADAL" clId="{1A8AB375-2C17-4B69-9219-6D6459D5CFE1}" dt="2026-09-08T17:08:30.807" v="3244" actId="700"/>
          <ac:spMkLst>
            <pc:docMk/>
            <pc:sldMk cId="2712911728" sldId="4754"/>
            <ac:spMk id="2" creationId="{80EAC7FC-B235-8AEC-493F-76FF22FC47CF}"/>
          </ac:spMkLst>
        </pc:spChg>
        <pc:spChg chg="del mod ord">
          <ac:chgData name="Eirik Eriksen Heen" userId="3e804305-1c07-417a-9ea8-d913585be88f" providerId="ADAL" clId="{1A8AB375-2C17-4B69-9219-6D6459D5CFE1}" dt="2026-09-08T17:08:30.807" v="3244" actId="700"/>
          <ac:spMkLst>
            <pc:docMk/>
            <pc:sldMk cId="2712911728" sldId="4754"/>
            <ac:spMk id="3" creationId="{E0C44873-8EA1-83ED-907D-0151CD298EFA}"/>
          </ac:spMkLst>
        </pc:spChg>
        <pc:spChg chg="add mod ord">
          <ac:chgData name="Eirik Eriksen Heen" userId="3e804305-1c07-417a-9ea8-d913585be88f" providerId="ADAL" clId="{1A8AB375-2C17-4B69-9219-6D6459D5CFE1}" dt="2026-09-08T17:14:16.326" v="3306" actId="27636"/>
          <ac:spMkLst>
            <pc:docMk/>
            <pc:sldMk cId="2712911728" sldId="4754"/>
            <ac:spMk id="4" creationId="{3092A261-C198-D997-985D-9CA7526E38AD}"/>
          </ac:spMkLst>
        </pc:spChg>
        <pc:spChg chg="add del mod ord">
          <ac:chgData name="Eirik Eriksen Heen" userId="3e804305-1c07-417a-9ea8-d913585be88f" providerId="ADAL" clId="{1A8AB375-2C17-4B69-9219-6D6459D5CFE1}" dt="2026-09-08T17:08:36.596" v="3245" actId="478"/>
          <ac:spMkLst>
            <pc:docMk/>
            <pc:sldMk cId="2712911728" sldId="4754"/>
            <ac:spMk id="5" creationId="{35FC1D83-3ED6-707F-A5E8-91137007EADC}"/>
          </ac:spMkLst>
        </pc:spChg>
        <pc:spChg chg="add mod">
          <ac:chgData name="Eirik Eriksen Heen" userId="3e804305-1c07-417a-9ea8-d913585be88f" providerId="ADAL" clId="{1A8AB375-2C17-4B69-9219-6D6459D5CFE1}" dt="2026-09-08T17:12:24.124" v="3262" actId="16959"/>
          <ac:spMkLst>
            <pc:docMk/>
            <pc:sldMk cId="2712911728" sldId="4754"/>
            <ac:spMk id="7" creationId="{E98661FD-7F8B-B531-96D3-4F12410B5427}"/>
          </ac:spMkLst>
        </pc:spChg>
        <pc:spChg chg="add mod">
          <ac:chgData name="Eirik Eriksen Heen" userId="3e804305-1c07-417a-9ea8-d913585be88f" providerId="ADAL" clId="{1A8AB375-2C17-4B69-9219-6D6459D5CFE1}" dt="2026-09-08T17:13:46.962" v="3298" actId="20577"/>
          <ac:spMkLst>
            <pc:docMk/>
            <pc:sldMk cId="2712911728" sldId="4754"/>
            <ac:spMk id="9" creationId="{46EC13C6-94DB-8096-6553-080B7673F46A}"/>
          </ac:spMkLst>
        </pc:spChg>
        <pc:spChg chg="add del mod">
          <ac:chgData name="Eirik Eriksen Heen" userId="3e804305-1c07-417a-9ea8-d913585be88f" providerId="ADAL" clId="{1A8AB375-2C17-4B69-9219-6D6459D5CFE1}" dt="2026-09-08T17:30:02.771" v="3331" actId="478"/>
          <ac:spMkLst>
            <pc:docMk/>
            <pc:sldMk cId="2712911728" sldId="4754"/>
            <ac:spMk id="10" creationId="{3BE74151-B581-D2C8-E22E-EF768DF6B26C}"/>
          </ac:spMkLst>
        </pc:spChg>
      </pc:sldChg>
      <pc:sldChg chg="modSp add mod">
        <pc:chgData name="Eirik Eriksen Heen" userId="3e804305-1c07-417a-9ea8-d913585be88f" providerId="ADAL" clId="{1A8AB375-2C17-4B69-9219-6D6459D5CFE1}" dt="2026-09-08T17:01:35.044" v="3235" actId="1076"/>
        <pc:sldMkLst>
          <pc:docMk/>
          <pc:sldMk cId="3153263572" sldId="4755"/>
        </pc:sldMkLst>
        <pc:spChg chg="mod">
          <ac:chgData name="Eirik Eriksen Heen" userId="3e804305-1c07-417a-9ea8-d913585be88f" providerId="ADAL" clId="{1A8AB375-2C17-4B69-9219-6D6459D5CFE1}" dt="2026-09-08T16:57:11.996" v="3195"/>
          <ac:spMkLst>
            <pc:docMk/>
            <pc:sldMk cId="3153263572" sldId="4755"/>
            <ac:spMk id="2" creationId="{098CD03C-1906-0C87-8E58-F9133CBA0634}"/>
          </ac:spMkLst>
        </pc:spChg>
        <pc:spChg chg="mod">
          <ac:chgData name="Eirik Eriksen Heen" userId="3e804305-1c07-417a-9ea8-d913585be88f" providerId="ADAL" clId="{1A8AB375-2C17-4B69-9219-6D6459D5CFE1}" dt="2026-09-08T17:00:45.750" v="3233"/>
          <ac:spMkLst>
            <pc:docMk/>
            <pc:sldMk cId="3153263572" sldId="4755"/>
            <ac:spMk id="5" creationId="{37E09908-7BA9-AAAA-E064-EACAF350EED8}"/>
          </ac:spMkLst>
        </pc:spChg>
        <pc:spChg chg="mod">
          <ac:chgData name="Eirik Eriksen Heen" userId="3e804305-1c07-417a-9ea8-d913585be88f" providerId="ADAL" clId="{1A8AB375-2C17-4B69-9219-6D6459D5CFE1}" dt="2026-09-08T16:57:49.876" v="3199"/>
          <ac:spMkLst>
            <pc:docMk/>
            <pc:sldMk cId="3153263572" sldId="4755"/>
            <ac:spMk id="6" creationId="{C45CC836-DD6C-7AA3-20C0-A12DF7E661AC}"/>
          </ac:spMkLst>
        </pc:spChg>
        <pc:picChg chg="mod">
          <ac:chgData name="Eirik Eriksen Heen" userId="3e804305-1c07-417a-9ea8-d913585be88f" providerId="ADAL" clId="{1A8AB375-2C17-4B69-9219-6D6459D5CFE1}" dt="2026-09-08T17:01:35.044" v="3235" actId="1076"/>
          <ac:picMkLst>
            <pc:docMk/>
            <pc:sldMk cId="3153263572" sldId="4755"/>
            <ac:picMk id="9" creationId="{E54F8AF6-B388-9525-E4EB-626449378515}"/>
          </ac:picMkLst>
        </pc:picChg>
      </pc:sldChg>
      <pc:sldChg chg="addSp delSp modSp add mod">
        <pc:chgData name="Eirik Eriksen Heen" userId="3e804305-1c07-417a-9ea8-d913585be88f" providerId="ADAL" clId="{1A8AB375-2C17-4B69-9219-6D6459D5CFE1}" dt="2026-09-08T17:05:34.487" v="3240" actId="20577"/>
        <pc:sldMkLst>
          <pc:docMk/>
          <pc:sldMk cId="777636245" sldId="4756"/>
        </pc:sldMkLst>
        <pc:spChg chg="add del mod">
          <ac:chgData name="Eirik Eriksen Heen" userId="3e804305-1c07-417a-9ea8-d913585be88f" providerId="ADAL" clId="{1A8AB375-2C17-4B69-9219-6D6459D5CFE1}" dt="2026-09-08T17:05:02.168" v="3237" actId="478"/>
          <ac:spMkLst>
            <pc:docMk/>
            <pc:sldMk cId="777636245" sldId="4756"/>
            <ac:spMk id="4" creationId="{6E1DF811-A50C-8A4D-932F-E8A921D5D674}"/>
          </ac:spMkLst>
        </pc:spChg>
        <pc:spChg chg="mod">
          <ac:chgData name="Eirik Eriksen Heen" userId="3e804305-1c07-417a-9ea8-d913585be88f" providerId="ADAL" clId="{1A8AB375-2C17-4B69-9219-6D6459D5CFE1}" dt="2026-09-08T16:59:42.035" v="3232" actId="20577"/>
          <ac:spMkLst>
            <pc:docMk/>
            <pc:sldMk cId="777636245" sldId="4756"/>
            <ac:spMk id="5" creationId="{063D1ACE-8D40-9018-F34E-D88A99610DB7}"/>
          </ac:spMkLst>
        </pc:spChg>
        <pc:spChg chg="mod">
          <ac:chgData name="Eirik Eriksen Heen" userId="3e804305-1c07-417a-9ea8-d913585be88f" providerId="ADAL" clId="{1A8AB375-2C17-4B69-9219-6D6459D5CFE1}" dt="2026-09-08T17:05:34.487" v="3240" actId="20577"/>
          <ac:spMkLst>
            <pc:docMk/>
            <pc:sldMk cId="777636245" sldId="4756"/>
            <ac:spMk id="6" creationId="{E618A58B-FDBC-782C-79E9-C9580C441CA2}"/>
          </ac:spMkLst>
        </pc:spChg>
        <pc:picChg chg="del">
          <ac:chgData name="Eirik Eriksen Heen" userId="3e804305-1c07-417a-9ea8-d913585be88f" providerId="ADAL" clId="{1A8AB375-2C17-4B69-9219-6D6459D5CFE1}" dt="2026-09-08T17:04:58.858" v="3236" actId="478"/>
          <ac:picMkLst>
            <pc:docMk/>
            <pc:sldMk cId="777636245" sldId="4756"/>
            <ac:picMk id="9" creationId="{DE6C24B6-1DDC-8E1E-7F1C-3A049077EA90}"/>
          </ac:picMkLst>
        </pc:picChg>
      </pc:sldChg>
      <pc:sldChg chg="addSp delSp modSp new mod modClrScheme chgLayout">
        <pc:chgData name="Eirik Eriksen Heen" userId="3e804305-1c07-417a-9ea8-d913585be88f" providerId="ADAL" clId="{1A8AB375-2C17-4B69-9219-6D6459D5CFE1}" dt="2026-09-08T18:12:40.737" v="3618" actId="1076"/>
        <pc:sldMkLst>
          <pc:docMk/>
          <pc:sldMk cId="3409727806" sldId="4757"/>
        </pc:sldMkLst>
        <pc:spChg chg="mod ord">
          <ac:chgData name="Eirik Eriksen Heen" userId="3e804305-1c07-417a-9ea8-d913585be88f" providerId="ADAL" clId="{1A8AB375-2C17-4B69-9219-6D6459D5CFE1}" dt="2026-09-08T18:12:24.129" v="3616" actId="700"/>
          <ac:spMkLst>
            <pc:docMk/>
            <pc:sldMk cId="3409727806" sldId="4757"/>
            <ac:spMk id="2" creationId="{60C35017-2471-0985-77F0-D32C846F8E9A}"/>
          </ac:spMkLst>
        </pc:spChg>
        <pc:spChg chg="mod ord">
          <ac:chgData name="Eirik Eriksen Heen" userId="3e804305-1c07-417a-9ea8-d913585be88f" providerId="ADAL" clId="{1A8AB375-2C17-4B69-9219-6D6459D5CFE1}" dt="2026-09-08T18:12:24.129" v="3616" actId="700"/>
          <ac:spMkLst>
            <pc:docMk/>
            <pc:sldMk cId="3409727806" sldId="4757"/>
            <ac:spMk id="3" creationId="{3ECC9AA2-A0B3-A7CF-F00E-3FE144484B68}"/>
          </ac:spMkLst>
        </pc:spChg>
        <pc:spChg chg="del">
          <ac:chgData name="Eirik Eriksen Heen" userId="3e804305-1c07-417a-9ea8-d913585be88f" providerId="ADAL" clId="{1A8AB375-2C17-4B69-9219-6D6459D5CFE1}" dt="2026-09-08T17:44:10.848" v="3568" actId="478"/>
          <ac:spMkLst>
            <pc:docMk/>
            <pc:sldMk cId="3409727806" sldId="4757"/>
            <ac:spMk id="4" creationId="{2D2B4834-04EF-088E-55C8-87CD40ED3D09}"/>
          </ac:spMkLst>
        </pc:spChg>
        <pc:spChg chg="add del mod ord">
          <ac:chgData name="Eirik Eriksen Heen" userId="3e804305-1c07-417a-9ea8-d913585be88f" providerId="ADAL" clId="{1A8AB375-2C17-4B69-9219-6D6459D5CFE1}" dt="2026-09-08T18:12:24.129" v="3616" actId="700"/>
          <ac:spMkLst>
            <pc:docMk/>
            <pc:sldMk cId="3409727806" sldId="4757"/>
            <ac:spMk id="5" creationId="{6DD345F5-2FA4-02C4-347E-E78290CC595A}"/>
          </ac:spMkLst>
        </pc:spChg>
        <pc:spChg chg="add mod">
          <ac:chgData name="Eirik Eriksen Heen" userId="3e804305-1c07-417a-9ea8-d913585be88f" providerId="ADAL" clId="{1A8AB375-2C17-4B69-9219-6D6459D5CFE1}" dt="2026-09-08T18:12:40.737" v="3618" actId="1076"/>
          <ac:spMkLst>
            <pc:docMk/>
            <pc:sldMk cId="3409727806" sldId="4757"/>
            <ac:spMk id="7" creationId="{6590EAE0-7F25-E9E2-E1BF-FCF78E17D451}"/>
          </ac:spMkLst>
        </pc:spChg>
      </pc:sldChg>
      <pc:sldChg chg="modSp new del mod">
        <pc:chgData name="Eirik Eriksen Heen" userId="3e804305-1c07-417a-9ea8-d913585be88f" providerId="ADAL" clId="{1A8AB375-2C17-4B69-9219-6D6459D5CFE1}" dt="2026-09-08T17:44:38.051" v="3580" actId="2696"/>
        <pc:sldMkLst>
          <pc:docMk/>
          <pc:sldMk cId="2942797971" sldId="4758"/>
        </pc:sldMkLst>
        <pc:spChg chg="mod">
          <ac:chgData name="Eirik Eriksen Heen" userId="3e804305-1c07-417a-9ea8-d913585be88f" providerId="ADAL" clId="{1A8AB375-2C17-4B69-9219-6D6459D5CFE1}" dt="2026-09-08T17:44:30.415" v="3579" actId="20577"/>
          <ac:spMkLst>
            <pc:docMk/>
            <pc:sldMk cId="2942797971" sldId="4758"/>
            <ac:spMk id="2" creationId="{9AB4A3D1-5727-B0D9-75F3-D73ADF46C29A}"/>
          </ac:spMkLst>
        </pc:spChg>
      </pc:sldChg>
      <pc:sldChg chg="addSp delSp modSp new mod">
        <pc:chgData name="Eirik Eriksen Heen" userId="3e804305-1c07-417a-9ea8-d913585be88f" providerId="ADAL" clId="{1A8AB375-2C17-4B69-9219-6D6459D5CFE1}" dt="2026-09-08T18:35:36.924" v="3674" actId="1076"/>
        <pc:sldMkLst>
          <pc:docMk/>
          <pc:sldMk cId="3009898249" sldId="4758"/>
        </pc:sldMkLst>
        <pc:spChg chg="mod">
          <ac:chgData name="Eirik Eriksen Heen" userId="3e804305-1c07-417a-9ea8-d913585be88f" providerId="ADAL" clId="{1A8AB375-2C17-4B69-9219-6D6459D5CFE1}" dt="2026-09-08T18:07:22.438" v="3597" actId="26606"/>
          <ac:spMkLst>
            <pc:docMk/>
            <pc:sldMk cId="3009898249" sldId="4758"/>
            <ac:spMk id="2" creationId="{3BD95182-9790-3B1A-6F1B-273970405AD0}"/>
          </ac:spMkLst>
        </pc:spChg>
        <pc:spChg chg="del">
          <ac:chgData name="Eirik Eriksen Heen" userId="3e804305-1c07-417a-9ea8-d913585be88f" providerId="ADAL" clId="{1A8AB375-2C17-4B69-9219-6D6459D5CFE1}" dt="2026-09-08T18:07:17.584" v="3594" actId="22"/>
          <ac:spMkLst>
            <pc:docMk/>
            <pc:sldMk cId="3009898249" sldId="4758"/>
            <ac:spMk id="3" creationId="{EB22D94E-DC9F-3BAC-28CB-3BE381F54D91}"/>
          </ac:spMkLst>
        </pc:spChg>
        <pc:spChg chg="add mod">
          <ac:chgData name="Eirik Eriksen Heen" userId="3e804305-1c07-417a-9ea8-d913585be88f" providerId="ADAL" clId="{1A8AB375-2C17-4B69-9219-6D6459D5CFE1}" dt="2026-09-08T18:35:36.924" v="3674" actId="1076"/>
          <ac:spMkLst>
            <pc:docMk/>
            <pc:sldMk cId="3009898249" sldId="4758"/>
            <ac:spMk id="7" creationId="{675FF129-E0E8-B6A5-5C63-BE52CBA3348A}"/>
          </ac:spMkLst>
        </pc:spChg>
        <pc:picChg chg="add mod ord">
          <ac:chgData name="Eirik Eriksen Heen" userId="3e804305-1c07-417a-9ea8-d913585be88f" providerId="ADAL" clId="{1A8AB375-2C17-4B69-9219-6D6459D5CFE1}" dt="2026-09-08T18:07:22.438" v="3597" actId="26606"/>
          <ac:picMkLst>
            <pc:docMk/>
            <pc:sldMk cId="3009898249" sldId="4758"/>
            <ac:picMk id="5" creationId="{65913225-4115-8DE6-53D4-08DA86CF8C3D}"/>
          </ac:picMkLst>
        </pc:picChg>
      </pc:sldChg>
      <pc:sldChg chg="modSp new mod modNotesTx">
        <pc:chgData name="Eirik Eriksen Heen" userId="3e804305-1c07-417a-9ea8-d913585be88f" providerId="ADAL" clId="{1A8AB375-2C17-4B69-9219-6D6459D5CFE1}" dt="2026-09-08T18:29:12.930" v="3650"/>
        <pc:sldMkLst>
          <pc:docMk/>
          <pc:sldMk cId="543318312" sldId="4759"/>
        </pc:sldMkLst>
        <pc:spChg chg="mod">
          <ac:chgData name="Eirik Eriksen Heen" userId="3e804305-1c07-417a-9ea8-d913585be88f" providerId="ADAL" clId="{1A8AB375-2C17-4B69-9219-6D6459D5CFE1}" dt="2026-09-08T18:13:11.170" v="3624" actId="20577"/>
          <ac:spMkLst>
            <pc:docMk/>
            <pc:sldMk cId="543318312" sldId="4759"/>
            <ac:spMk id="2" creationId="{3988B83E-A529-1D25-68B1-33B830183636}"/>
          </ac:spMkLst>
        </pc:spChg>
        <pc:spChg chg="mod">
          <ac:chgData name="Eirik Eriksen Heen" userId="3e804305-1c07-417a-9ea8-d913585be88f" providerId="ADAL" clId="{1A8AB375-2C17-4B69-9219-6D6459D5CFE1}" dt="2026-09-08T18:14:59.405" v="3649"/>
          <ac:spMkLst>
            <pc:docMk/>
            <pc:sldMk cId="543318312" sldId="4759"/>
            <ac:spMk id="3" creationId="{B3B02928-7860-47EB-7BD6-3671177EAE47}"/>
          </ac:spMkLst>
        </pc:spChg>
      </pc:sldChg>
      <pc:sldChg chg="addSp delSp modSp new mod modClrScheme chgLayout">
        <pc:chgData name="Eirik Eriksen Heen" userId="3e804305-1c07-417a-9ea8-d913585be88f" providerId="ADAL" clId="{1A8AB375-2C17-4B69-9219-6D6459D5CFE1}" dt="2026-09-08T18:37:52.225" v="3712" actId="14100"/>
        <pc:sldMkLst>
          <pc:docMk/>
          <pc:sldMk cId="1270967809" sldId="4760"/>
        </pc:sldMkLst>
        <pc:spChg chg="mod ord">
          <ac:chgData name="Eirik Eriksen Heen" userId="3e804305-1c07-417a-9ea8-d913585be88f" providerId="ADAL" clId="{1A8AB375-2C17-4B69-9219-6D6459D5CFE1}" dt="2026-09-08T18:36:20.255" v="3677" actId="700"/>
          <ac:spMkLst>
            <pc:docMk/>
            <pc:sldMk cId="1270967809" sldId="4760"/>
            <ac:spMk id="2" creationId="{65E3A995-8664-8298-157C-27E35CBBFA49}"/>
          </ac:spMkLst>
        </pc:spChg>
        <pc:spChg chg="mod ord">
          <ac:chgData name="Eirik Eriksen Heen" userId="3e804305-1c07-417a-9ea8-d913585be88f" providerId="ADAL" clId="{1A8AB375-2C17-4B69-9219-6D6459D5CFE1}" dt="2026-09-08T18:37:19.457" v="3699" actId="20577"/>
          <ac:spMkLst>
            <pc:docMk/>
            <pc:sldMk cId="1270967809" sldId="4760"/>
            <ac:spMk id="3" creationId="{467AA9A3-0289-860A-A7FC-95A9F96C39DC}"/>
          </ac:spMkLst>
        </pc:spChg>
        <pc:spChg chg="add mod">
          <ac:chgData name="Eirik Eriksen Heen" userId="3e804305-1c07-417a-9ea8-d913585be88f" providerId="ADAL" clId="{1A8AB375-2C17-4B69-9219-6D6459D5CFE1}" dt="2026-09-08T18:36:15.213" v="3676" actId="14100"/>
          <ac:spMkLst>
            <pc:docMk/>
            <pc:sldMk cId="1270967809" sldId="4760"/>
            <ac:spMk id="5" creationId="{2427FD35-103E-4BD7-CC7A-7CCAA42F7316}"/>
          </ac:spMkLst>
        </pc:spChg>
        <pc:spChg chg="add del mod ord">
          <ac:chgData name="Eirik Eriksen Heen" userId="3e804305-1c07-417a-9ea8-d913585be88f" providerId="ADAL" clId="{1A8AB375-2C17-4B69-9219-6D6459D5CFE1}" dt="2026-09-08T18:36:27.785" v="3679"/>
          <ac:spMkLst>
            <pc:docMk/>
            <pc:sldMk cId="1270967809" sldId="4760"/>
            <ac:spMk id="6" creationId="{3FFA7709-CC89-56BB-2469-742D374D9CE6}"/>
          </ac:spMkLst>
        </pc:spChg>
        <pc:spChg chg="add mod">
          <ac:chgData name="Eirik Eriksen Heen" userId="3e804305-1c07-417a-9ea8-d913585be88f" providerId="ADAL" clId="{1A8AB375-2C17-4B69-9219-6D6459D5CFE1}" dt="2026-09-08T18:37:52.225" v="3712" actId="14100"/>
          <ac:spMkLst>
            <pc:docMk/>
            <pc:sldMk cId="1270967809" sldId="4760"/>
            <ac:spMk id="9" creationId="{121149B2-A6B4-C9AF-3E9B-867C5163316F}"/>
          </ac:spMkLst>
        </pc:spChg>
        <pc:picChg chg="add mod">
          <ac:chgData name="Eirik Eriksen Heen" userId="3e804305-1c07-417a-9ea8-d913585be88f" providerId="ADAL" clId="{1A8AB375-2C17-4B69-9219-6D6459D5CFE1}" dt="2026-09-08T18:37:14.984" v="3693" actId="1076"/>
          <ac:picMkLst>
            <pc:docMk/>
            <pc:sldMk cId="1270967809" sldId="4760"/>
            <ac:picMk id="7" creationId="{888D7A9F-EEEE-0838-5467-0BADAD83A94C}"/>
          </ac:picMkLst>
        </pc:picChg>
      </pc:sldChg>
      <pc:sldChg chg="addSp delSp modSp new mod modClrScheme chgLayout">
        <pc:chgData name="Eirik Eriksen Heen" userId="3e804305-1c07-417a-9ea8-d913585be88f" providerId="ADAL" clId="{1A8AB375-2C17-4B69-9219-6D6459D5CFE1}" dt="2026-09-08T18:40:58.991" v="3735" actId="27636"/>
        <pc:sldMkLst>
          <pc:docMk/>
          <pc:sldMk cId="3555251794" sldId="4761"/>
        </pc:sldMkLst>
        <pc:spChg chg="mod ord">
          <ac:chgData name="Eirik Eriksen Heen" userId="3e804305-1c07-417a-9ea8-d913585be88f" providerId="ADAL" clId="{1A8AB375-2C17-4B69-9219-6D6459D5CFE1}" dt="2026-09-08T18:40:25.608" v="3729" actId="313"/>
          <ac:spMkLst>
            <pc:docMk/>
            <pc:sldMk cId="3555251794" sldId="4761"/>
            <ac:spMk id="2" creationId="{56419589-70EE-4477-CFD2-C9BD5974FDC5}"/>
          </ac:spMkLst>
        </pc:spChg>
        <pc:spChg chg="del mod ord">
          <ac:chgData name="Eirik Eriksen Heen" userId="3e804305-1c07-417a-9ea8-d913585be88f" providerId="ADAL" clId="{1A8AB375-2C17-4B69-9219-6D6459D5CFE1}" dt="2026-09-08T18:39:53.649" v="3715" actId="700"/>
          <ac:spMkLst>
            <pc:docMk/>
            <pc:sldMk cId="3555251794" sldId="4761"/>
            <ac:spMk id="3" creationId="{EE364AFB-A9DB-EB92-8E5D-D1E2A558F142}"/>
          </ac:spMkLst>
        </pc:spChg>
        <pc:spChg chg="add mod ord">
          <ac:chgData name="Eirik Eriksen Heen" userId="3e804305-1c07-417a-9ea8-d913585be88f" providerId="ADAL" clId="{1A8AB375-2C17-4B69-9219-6D6459D5CFE1}" dt="2026-09-08T18:40:58.991" v="3735" actId="27636"/>
          <ac:spMkLst>
            <pc:docMk/>
            <pc:sldMk cId="3555251794" sldId="4761"/>
            <ac:spMk id="4" creationId="{C095F124-D72F-6AD7-6BEF-6DF52A12CC4B}"/>
          </ac:spMkLst>
        </pc:spChg>
        <pc:spChg chg="add mod ord">
          <ac:chgData name="Eirik Eriksen Heen" userId="3e804305-1c07-417a-9ea8-d913585be88f" providerId="ADAL" clId="{1A8AB375-2C17-4B69-9219-6D6459D5CFE1}" dt="2026-09-08T18:40:58.990" v="3734" actId="27636"/>
          <ac:spMkLst>
            <pc:docMk/>
            <pc:sldMk cId="3555251794" sldId="4761"/>
            <ac:spMk id="5" creationId="{D2F95F61-EB23-606B-2049-C5951B78AAEF}"/>
          </ac:spMkLst>
        </pc:spChg>
      </pc:sldChg>
      <pc:sldChg chg="addSp delSp modSp new mod modClrScheme chgLayout">
        <pc:chgData name="Eirik Eriksen Heen" userId="3e804305-1c07-417a-9ea8-d913585be88f" providerId="ADAL" clId="{1A8AB375-2C17-4B69-9219-6D6459D5CFE1}" dt="2026-09-08T18:57:40.231" v="3788" actId="14100"/>
        <pc:sldMkLst>
          <pc:docMk/>
          <pc:sldMk cId="3796467468" sldId="4762"/>
        </pc:sldMkLst>
        <pc:spChg chg="mod ord">
          <ac:chgData name="Eirik Eriksen Heen" userId="3e804305-1c07-417a-9ea8-d913585be88f" providerId="ADAL" clId="{1A8AB375-2C17-4B69-9219-6D6459D5CFE1}" dt="2026-09-08T18:55:02.823" v="3754"/>
          <ac:spMkLst>
            <pc:docMk/>
            <pc:sldMk cId="3796467468" sldId="4762"/>
            <ac:spMk id="2" creationId="{25468FFA-4ABA-D9C3-085F-6E383829A083}"/>
          </ac:spMkLst>
        </pc:spChg>
        <pc:spChg chg="del mod ord">
          <ac:chgData name="Eirik Eriksen Heen" userId="3e804305-1c07-417a-9ea8-d913585be88f" providerId="ADAL" clId="{1A8AB375-2C17-4B69-9219-6D6459D5CFE1}" dt="2026-09-08T18:53:32.726" v="3747" actId="700"/>
          <ac:spMkLst>
            <pc:docMk/>
            <pc:sldMk cId="3796467468" sldId="4762"/>
            <ac:spMk id="3" creationId="{A64F9C43-C889-1D5E-5794-CD405C56D938}"/>
          </ac:spMkLst>
        </pc:spChg>
        <pc:spChg chg="add mod ord">
          <ac:chgData name="Eirik Eriksen Heen" userId="3e804305-1c07-417a-9ea8-d913585be88f" providerId="ADAL" clId="{1A8AB375-2C17-4B69-9219-6D6459D5CFE1}" dt="2026-09-08T18:57:02.836" v="3787" actId="27636"/>
          <ac:spMkLst>
            <pc:docMk/>
            <pc:sldMk cId="3796467468" sldId="4762"/>
            <ac:spMk id="4" creationId="{EFC3CE0E-43F1-C3C4-3B14-521360B00EE6}"/>
          </ac:spMkLst>
        </pc:spChg>
        <pc:spChg chg="add del mod ord">
          <ac:chgData name="Eirik Eriksen Heen" userId="3e804305-1c07-417a-9ea8-d913585be88f" providerId="ADAL" clId="{1A8AB375-2C17-4B69-9219-6D6459D5CFE1}" dt="2026-09-08T18:54:18.184" v="3752" actId="22"/>
          <ac:spMkLst>
            <pc:docMk/>
            <pc:sldMk cId="3796467468" sldId="4762"/>
            <ac:spMk id="5" creationId="{BC888167-6FAC-B346-C81D-A3E21B252B4D}"/>
          </ac:spMkLst>
        </pc:spChg>
        <pc:spChg chg="add mod">
          <ac:chgData name="Eirik Eriksen Heen" userId="3e804305-1c07-417a-9ea8-d913585be88f" providerId="ADAL" clId="{1A8AB375-2C17-4B69-9219-6D6459D5CFE1}" dt="2026-09-08T18:57:40.231" v="3788" actId="14100"/>
          <ac:spMkLst>
            <pc:docMk/>
            <pc:sldMk cId="3796467468" sldId="4762"/>
            <ac:spMk id="13" creationId="{0295545B-776D-B553-BC3E-0B86EBAEF167}"/>
          </ac:spMkLst>
        </pc:spChg>
        <pc:picChg chg="add del mod ord">
          <ac:chgData name="Eirik Eriksen Heen" userId="3e804305-1c07-417a-9ea8-d913585be88f" providerId="ADAL" clId="{1A8AB375-2C17-4B69-9219-6D6459D5CFE1}" dt="2026-09-08T18:54:16.349" v="3751" actId="22"/>
          <ac:picMkLst>
            <pc:docMk/>
            <pc:sldMk cId="3796467468" sldId="4762"/>
            <ac:picMk id="7" creationId="{B3EF2065-F440-33A2-90A4-DD74D4F5A445}"/>
          </ac:picMkLst>
        </pc:picChg>
        <pc:picChg chg="add del">
          <ac:chgData name="Eirik Eriksen Heen" userId="3e804305-1c07-417a-9ea8-d913585be88f" providerId="ADAL" clId="{1A8AB375-2C17-4B69-9219-6D6459D5CFE1}" dt="2026-09-08T18:54:15.314" v="3750" actId="22"/>
          <ac:picMkLst>
            <pc:docMk/>
            <pc:sldMk cId="3796467468" sldId="4762"/>
            <ac:picMk id="9" creationId="{E6878A8C-E957-1DEA-2E3B-76E8AC88ABEF}"/>
          </ac:picMkLst>
        </pc:picChg>
        <pc:picChg chg="add mod ord">
          <ac:chgData name="Eirik Eriksen Heen" userId="3e804305-1c07-417a-9ea8-d913585be88f" providerId="ADAL" clId="{1A8AB375-2C17-4B69-9219-6D6459D5CFE1}" dt="2026-09-08T18:54:18.184" v="3752" actId="22"/>
          <ac:picMkLst>
            <pc:docMk/>
            <pc:sldMk cId="3796467468" sldId="4762"/>
            <ac:picMk id="11" creationId="{D5DDB2BD-465F-4709-AA1F-458E0075DB02}"/>
          </ac:picMkLst>
        </pc:picChg>
      </pc:sldChg>
      <pc:sldChg chg="new">
        <pc:chgData name="Eirik Eriksen Heen" userId="3e804305-1c07-417a-9ea8-d913585be88f" providerId="ADAL" clId="{1A8AB375-2C17-4B69-9219-6D6459D5CFE1}" dt="2026-09-08T18:12:50.208" v="3622" actId="680"/>
        <pc:sldMkLst>
          <pc:docMk/>
          <pc:sldMk cId="3562483684" sldId="4763"/>
        </pc:sldMkLst>
      </pc:sldChg>
    </pc:docChg>
  </pc:docChgLst>
  <pc:docChgLst>
    <pc:chgData name="Eirik Eriksen Heen" userId="3e804305-1c07-417a-9ea8-d913585be88f" providerId="ADAL" clId="{86A7CD6A-BADF-46B5-A0EB-3EAA83991659}"/>
    <pc:docChg chg="undo custSel addSld delSld modSld sldOrd">
      <pc:chgData name="Eirik Eriksen Heen" userId="3e804305-1c07-417a-9ea8-d913585be88f" providerId="ADAL" clId="{86A7CD6A-BADF-46B5-A0EB-3EAA83991659}" dt="2026-09-09T12:47:30.806" v="1677" actId="27636"/>
      <pc:docMkLst>
        <pc:docMk/>
      </pc:docMkLst>
      <pc:sldChg chg="modSp mod">
        <pc:chgData name="Eirik Eriksen Heen" userId="3e804305-1c07-417a-9ea8-d913585be88f" providerId="ADAL" clId="{86A7CD6A-BADF-46B5-A0EB-3EAA83991659}" dt="2026-08-27T11:19:01.742" v="11" actId="20577"/>
        <pc:sldMkLst>
          <pc:docMk/>
          <pc:sldMk cId="1407515244" sldId="4723"/>
        </pc:sldMkLst>
        <pc:spChg chg="mod">
          <ac:chgData name="Eirik Eriksen Heen" userId="3e804305-1c07-417a-9ea8-d913585be88f" providerId="ADAL" clId="{86A7CD6A-BADF-46B5-A0EB-3EAA83991659}" dt="2026-08-27T11:18:43" v="7"/>
          <ac:spMkLst>
            <pc:docMk/>
            <pc:sldMk cId="1407515244" sldId="4723"/>
            <ac:spMk id="2" creationId="{627791FC-E0EA-6C14-AC4A-823EDB6CD583}"/>
          </ac:spMkLst>
        </pc:spChg>
        <pc:spChg chg="mod">
          <ac:chgData name="Eirik Eriksen Heen" userId="3e804305-1c07-417a-9ea8-d913585be88f" providerId="ADAL" clId="{86A7CD6A-BADF-46B5-A0EB-3EAA83991659}" dt="2026-08-27T11:18:50.844" v="9"/>
          <ac:spMkLst>
            <pc:docMk/>
            <pc:sldMk cId="1407515244" sldId="4723"/>
            <ac:spMk id="3" creationId="{23F138D2-D716-800C-7BD4-51214B3DFAEC}"/>
          </ac:spMkLst>
        </pc:spChg>
        <pc:spChg chg="mod">
          <ac:chgData name="Eirik Eriksen Heen" userId="3e804305-1c07-417a-9ea8-d913585be88f" providerId="ADAL" clId="{86A7CD6A-BADF-46B5-A0EB-3EAA83991659}" dt="2026-08-27T11:19:01.742" v="11" actId="20577"/>
          <ac:spMkLst>
            <pc:docMk/>
            <pc:sldMk cId="1407515244" sldId="4723"/>
            <ac:spMk id="4" creationId="{060DF337-25AD-4C8F-F889-34F9AAC6B3AC}"/>
          </ac:spMkLst>
        </pc:spChg>
        <pc:spChg chg="mod">
          <ac:chgData name="Eirik Eriksen Heen" userId="3e804305-1c07-417a-9ea8-d913585be88f" providerId="ADAL" clId="{86A7CD6A-BADF-46B5-A0EB-3EAA83991659}" dt="2026-08-27T11:18:59.514" v="10"/>
          <ac:spMkLst>
            <pc:docMk/>
            <pc:sldMk cId="1407515244" sldId="4723"/>
            <ac:spMk id="5" creationId="{95AD11E3-1ED0-02B1-5A28-928F899FCB2F}"/>
          </ac:spMkLst>
        </pc:spChg>
      </pc:sldChg>
      <pc:sldChg chg="addSp delSp modSp mod ord modClrScheme chgLayout">
        <pc:chgData name="Eirik Eriksen Heen" userId="3e804305-1c07-417a-9ea8-d913585be88f" providerId="ADAL" clId="{86A7CD6A-BADF-46B5-A0EB-3EAA83991659}" dt="2026-09-08T13:00:47.166" v="977" actId="313"/>
        <pc:sldMkLst>
          <pc:docMk/>
          <pc:sldMk cId="303693229" sldId="4726"/>
        </pc:sldMkLst>
        <pc:spChg chg="mod">
          <ac:chgData name="Eirik Eriksen Heen" userId="3e804305-1c07-417a-9ea8-d913585be88f" providerId="ADAL" clId="{86A7CD6A-BADF-46B5-A0EB-3EAA83991659}" dt="2026-09-08T12:46:16.584" v="530" actId="26606"/>
          <ac:spMkLst>
            <pc:docMk/>
            <pc:sldMk cId="303693229" sldId="4726"/>
            <ac:spMk id="2" creationId="{50A340E7-602E-A49B-1FDB-366BEC6A8E31}"/>
          </ac:spMkLst>
        </pc:spChg>
        <pc:spChg chg="del mod">
          <ac:chgData name="Eirik Eriksen Heen" userId="3e804305-1c07-417a-9ea8-d913585be88f" providerId="ADAL" clId="{86A7CD6A-BADF-46B5-A0EB-3EAA83991659}" dt="2026-09-08T12:46:16.584" v="530" actId="26606"/>
          <ac:spMkLst>
            <pc:docMk/>
            <pc:sldMk cId="303693229" sldId="4726"/>
            <ac:spMk id="3" creationId="{EDA8BCB6-0585-9B28-DC87-21A6CA9EDE52}"/>
          </ac:spMkLst>
        </pc:spChg>
        <pc:spChg chg="add del mod">
          <ac:chgData name="Eirik Eriksen Heen" userId="3e804305-1c07-417a-9ea8-d913585be88f" providerId="ADAL" clId="{86A7CD6A-BADF-46B5-A0EB-3EAA83991659}" dt="2026-09-08T12:46:19.750" v="531" actId="478"/>
          <ac:spMkLst>
            <pc:docMk/>
            <pc:sldMk cId="303693229" sldId="4726"/>
            <ac:spMk id="9" creationId="{8B36F2CB-ACD4-F0E1-2098-DC942FB7DA4B}"/>
          </ac:spMkLst>
        </pc:spChg>
        <pc:spChg chg="add mod">
          <ac:chgData name="Eirik Eriksen Heen" userId="3e804305-1c07-417a-9ea8-d913585be88f" providerId="ADAL" clId="{86A7CD6A-BADF-46B5-A0EB-3EAA83991659}" dt="2026-09-08T13:00:47.166" v="977" actId="313"/>
          <ac:spMkLst>
            <pc:docMk/>
            <pc:sldMk cId="303693229" sldId="4726"/>
            <ac:spMk id="10" creationId="{EBE1DF36-C917-6304-9B81-3939B89FEBEE}"/>
          </ac:spMkLst>
        </pc:spChg>
        <pc:graphicFrameChg chg="add mod modGraphic">
          <ac:chgData name="Eirik Eriksen Heen" userId="3e804305-1c07-417a-9ea8-d913585be88f" providerId="ADAL" clId="{86A7CD6A-BADF-46B5-A0EB-3EAA83991659}" dt="2026-09-08T12:57:14.581" v="611" actId="26606"/>
          <ac:graphicFrameMkLst>
            <pc:docMk/>
            <pc:sldMk cId="303693229" sldId="4726"/>
            <ac:graphicFrameMk id="5" creationId="{558BD6DE-DED3-EA24-CE74-8D2BBCB44064}"/>
          </ac:graphicFrameMkLst>
        </pc:graphicFrameChg>
      </pc:sldChg>
      <pc:sldChg chg="modSp mod">
        <pc:chgData name="Eirik Eriksen Heen" userId="3e804305-1c07-417a-9ea8-d913585be88f" providerId="ADAL" clId="{86A7CD6A-BADF-46B5-A0EB-3EAA83991659}" dt="2026-09-08T12:50:29.793" v="607" actId="12"/>
        <pc:sldMkLst>
          <pc:docMk/>
          <pc:sldMk cId="3186395712" sldId="4727"/>
        </pc:sldMkLst>
        <pc:spChg chg="mod">
          <ac:chgData name="Eirik Eriksen Heen" userId="3e804305-1c07-417a-9ea8-d913585be88f" providerId="ADAL" clId="{86A7CD6A-BADF-46B5-A0EB-3EAA83991659}" dt="2026-09-08T12:50:29.793" v="607" actId="12"/>
          <ac:spMkLst>
            <pc:docMk/>
            <pc:sldMk cId="3186395712" sldId="4727"/>
            <ac:spMk id="4" creationId="{DE356D81-418C-B2AA-0CEE-7E44E6AA9E74}"/>
          </ac:spMkLst>
        </pc:spChg>
        <pc:spChg chg="mod">
          <ac:chgData name="Eirik Eriksen Heen" userId="3e804305-1c07-417a-9ea8-d913585be88f" providerId="ADAL" clId="{86A7CD6A-BADF-46B5-A0EB-3EAA83991659}" dt="2026-09-08T12:50:20.329" v="605" actId="1076"/>
          <ac:spMkLst>
            <pc:docMk/>
            <pc:sldMk cId="3186395712" sldId="4727"/>
            <ac:spMk id="7" creationId="{79304987-5213-A272-DE18-B4B553E4641E}"/>
          </ac:spMkLst>
        </pc:spChg>
      </pc:sldChg>
      <pc:sldChg chg="modSp mod">
        <pc:chgData name="Eirik Eriksen Heen" userId="3e804305-1c07-417a-9ea8-d913585be88f" providerId="ADAL" clId="{86A7CD6A-BADF-46B5-A0EB-3EAA83991659}" dt="2026-09-08T12:17:37.289" v="444" actId="114"/>
        <pc:sldMkLst>
          <pc:docMk/>
          <pc:sldMk cId="991048586" sldId="4728"/>
        </pc:sldMkLst>
        <pc:spChg chg="mod">
          <ac:chgData name="Eirik Eriksen Heen" userId="3e804305-1c07-417a-9ea8-d913585be88f" providerId="ADAL" clId="{86A7CD6A-BADF-46B5-A0EB-3EAA83991659}" dt="2026-09-08T12:12:37.070" v="439" actId="790"/>
          <ac:spMkLst>
            <pc:docMk/>
            <pc:sldMk cId="991048586" sldId="4728"/>
            <ac:spMk id="2" creationId="{84289B34-B9D7-93B9-FB00-0552F8212812}"/>
          </ac:spMkLst>
        </pc:spChg>
        <pc:spChg chg="mod">
          <ac:chgData name="Eirik Eriksen Heen" userId="3e804305-1c07-417a-9ea8-d913585be88f" providerId="ADAL" clId="{86A7CD6A-BADF-46B5-A0EB-3EAA83991659}" dt="2026-09-08T12:17:37.289" v="444" actId="114"/>
          <ac:spMkLst>
            <pc:docMk/>
            <pc:sldMk cId="991048586" sldId="4728"/>
            <ac:spMk id="3" creationId="{805FA148-2F54-98C0-5E12-151C7BF58C60}"/>
          </ac:spMkLst>
        </pc:spChg>
      </pc:sldChg>
      <pc:sldChg chg="del">
        <pc:chgData name="Eirik Eriksen Heen" userId="3e804305-1c07-417a-9ea8-d913585be88f" providerId="ADAL" clId="{86A7CD6A-BADF-46B5-A0EB-3EAA83991659}" dt="2026-09-08T11:24:08.620" v="408" actId="2696"/>
        <pc:sldMkLst>
          <pc:docMk/>
          <pc:sldMk cId="1747148418" sldId="4729"/>
        </pc:sldMkLst>
      </pc:sldChg>
      <pc:sldChg chg="addSp modSp mod">
        <pc:chgData name="Eirik Eriksen Heen" userId="3e804305-1c07-417a-9ea8-d913585be88f" providerId="ADAL" clId="{86A7CD6A-BADF-46B5-A0EB-3EAA83991659}" dt="2026-09-08T12:19:40.476" v="450" actId="1076"/>
        <pc:sldMkLst>
          <pc:docMk/>
          <pc:sldMk cId="3945086631" sldId="4730"/>
        </pc:sldMkLst>
        <pc:spChg chg="mod">
          <ac:chgData name="Eirik Eriksen Heen" userId="3e804305-1c07-417a-9ea8-d913585be88f" providerId="ADAL" clId="{86A7CD6A-BADF-46B5-A0EB-3EAA83991659}" dt="2026-09-08T12:19:21.373" v="445" actId="21"/>
          <ac:spMkLst>
            <pc:docMk/>
            <pc:sldMk cId="3945086631" sldId="4730"/>
            <ac:spMk id="3" creationId="{8A015044-5406-25F4-75D2-6B62FCA1817D}"/>
          </ac:spMkLst>
        </pc:spChg>
        <pc:spChg chg="add mod">
          <ac:chgData name="Eirik Eriksen Heen" userId="3e804305-1c07-417a-9ea8-d913585be88f" providerId="ADAL" clId="{86A7CD6A-BADF-46B5-A0EB-3EAA83991659}" dt="2026-09-08T12:19:40.476" v="450" actId="1076"/>
          <ac:spMkLst>
            <pc:docMk/>
            <pc:sldMk cId="3945086631" sldId="4730"/>
            <ac:spMk id="4" creationId="{5106DB21-3505-C2F1-EAED-E79B582E6A51}"/>
          </ac:spMkLst>
        </pc:spChg>
      </pc:sldChg>
      <pc:sldChg chg="modSp mod ord">
        <pc:chgData name="Eirik Eriksen Heen" userId="3e804305-1c07-417a-9ea8-d913585be88f" providerId="ADAL" clId="{86A7CD6A-BADF-46B5-A0EB-3EAA83991659}" dt="2026-09-08T13:03:00.225" v="1004"/>
        <pc:sldMkLst>
          <pc:docMk/>
          <pc:sldMk cId="1295186144" sldId="4732"/>
        </pc:sldMkLst>
        <pc:spChg chg="mod">
          <ac:chgData name="Eirik Eriksen Heen" userId="3e804305-1c07-417a-9ea8-d913585be88f" providerId="ADAL" clId="{86A7CD6A-BADF-46B5-A0EB-3EAA83991659}" dt="2026-09-08T11:25:03.841" v="421" actId="20577"/>
          <ac:spMkLst>
            <pc:docMk/>
            <pc:sldMk cId="1295186144" sldId="4732"/>
            <ac:spMk id="2" creationId="{0C674D6E-C7BE-1966-276B-018166CE7124}"/>
          </ac:spMkLst>
        </pc:spChg>
      </pc:sldChg>
      <pc:sldChg chg="addSp delSp modSp mod ord">
        <pc:chgData name="Eirik Eriksen Heen" userId="3e804305-1c07-417a-9ea8-d913585be88f" providerId="ADAL" clId="{86A7CD6A-BADF-46B5-A0EB-3EAA83991659}" dt="2026-09-08T12:09:52.752" v="434" actId="1076"/>
        <pc:sldMkLst>
          <pc:docMk/>
          <pc:sldMk cId="429337970" sldId="4733"/>
        </pc:sldMkLst>
        <pc:spChg chg="add mod">
          <ac:chgData name="Eirik Eriksen Heen" userId="3e804305-1c07-417a-9ea8-d913585be88f" providerId="ADAL" clId="{86A7CD6A-BADF-46B5-A0EB-3EAA83991659}" dt="2026-09-08T12:09:52.752" v="434" actId="1076"/>
          <ac:spMkLst>
            <pc:docMk/>
            <pc:sldMk cId="429337970" sldId="4733"/>
            <ac:spMk id="7" creationId="{90EE09F5-B702-B3E5-43E9-24C135D09895}"/>
          </ac:spMkLst>
        </pc:spChg>
        <pc:spChg chg="add mod">
          <ac:chgData name="Eirik Eriksen Heen" userId="3e804305-1c07-417a-9ea8-d913585be88f" providerId="ADAL" clId="{86A7CD6A-BADF-46B5-A0EB-3EAA83991659}" dt="2026-09-08T12:09:52.752" v="434" actId="1076"/>
          <ac:spMkLst>
            <pc:docMk/>
            <pc:sldMk cId="429337970" sldId="4733"/>
            <ac:spMk id="8" creationId="{CC3ACB80-0A2D-426A-1DE5-54672890D9E2}"/>
          </ac:spMkLst>
        </pc:spChg>
        <pc:spChg chg="mod">
          <ac:chgData name="Eirik Eriksen Heen" userId="3e804305-1c07-417a-9ea8-d913585be88f" providerId="ADAL" clId="{86A7CD6A-BADF-46B5-A0EB-3EAA83991659}" dt="2026-09-08T11:40:10.336" v="426" actId="26606"/>
          <ac:spMkLst>
            <pc:docMk/>
            <pc:sldMk cId="429337970" sldId="4733"/>
            <ac:spMk id="10" creationId="{D4D68A9C-4F17-B5F2-3CBB-7D336E6C6F8B}"/>
          </ac:spMkLst>
        </pc:spChg>
        <pc:picChg chg="add mod">
          <ac:chgData name="Eirik Eriksen Heen" userId="3e804305-1c07-417a-9ea8-d913585be88f" providerId="ADAL" clId="{86A7CD6A-BADF-46B5-A0EB-3EAA83991659}" dt="2026-09-08T11:40:22.346" v="430" actId="1076"/>
          <ac:picMkLst>
            <pc:docMk/>
            <pc:sldMk cId="429337970" sldId="4733"/>
            <ac:picMk id="3" creationId="{3093C671-CA75-3052-E6F6-F97D87B063FF}"/>
          </ac:picMkLst>
        </pc:picChg>
        <pc:picChg chg="del">
          <ac:chgData name="Eirik Eriksen Heen" userId="3e804305-1c07-417a-9ea8-d913585be88f" providerId="ADAL" clId="{86A7CD6A-BADF-46B5-A0EB-3EAA83991659}" dt="2026-09-08T11:39:17.262" v="424" actId="21"/>
          <ac:picMkLst>
            <pc:docMk/>
            <pc:sldMk cId="429337970" sldId="4733"/>
            <ac:picMk id="5" creationId="{CE77F6A3-DBB3-02E2-AB14-5B34507ED1F5}"/>
          </ac:picMkLst>
        </pc:picChg>
        <pc:cxnChg chg="add mod">
          <ac:chgData name="Eirik Eriksen Heen" userId="3e804305-1c07-417a-9ea8-d913585be88f" providerId="ADAL" clId="{86A7CD6A-BADF-46B5-A0EB-3EAA83991659}" dt="2026-09-08T12:09:52.752" v="434" actId="1076"/>
          <ac:cxnSpMkLst>
            <pc:docMk/>
            <pc:sldMk cId="429337970" sldId="4733"/>
            <ac:cxnSpMk id="4" creationId="{3B313DB7-2A3C-23DC-CA9F-B50833F75904}"/>
          </ac:cxnSpMkLst>
        </pc:cxnChg>
        <pc:cxnChg chg="add mod">
          <ac:chgData name="Eirik Eriksen Heen" userId="3e804305-1c07-417a-9ea8-d913585be88f" providerId="ADAL" clId="{86A7CD6A-BADF-46B5-A0EB-3EAA83991659}" dt="2026-09-08T12:09:52.752" v="434" actId="1076"/>
          <ac:cxnSpMkLst>
            <pc:docMk/>
            <pc:sldMk cId="429337970" sldId="4733"/>
            <ac:cxnSpMk id="6" creationId="{C9D69E32-3375-79F4-B169-AEC12D86116A}"/>
          </ac:cxnSpMkLst>
        </pc:cxnChg>
      </pc:sldChg>
      <pc:sldChg chg="modSp mod">
        <pc:chgData name="Eirik Eriksen Heen" userId="3e804305-1c07-417a-9ea8-d913585be88f" providerId="ADAL" clId="{86A7CD6A-BADF-46B5-A0EB-3EAA83991659}" dt="2026-09-08T12:27:39.223" v="508" actId="114"/>
        <pc:sldMkLst>
          <pc:docMk/>
          <pc:sldMk cId="2118661273" sldId="4734"/>
        </pc:sldMkLst>
        <pc:spChg chg="mod">
          <ac:chgData name="Eirik Eriksen Heen" userId="3e804305-1c07-417a-9ea8-d913585be88f" providerId="ADAL" clId="{86A7CD6A-BADF-46B5-A0EB-3EAA83991659}" dt="2026-09-08T12:27:39.223" v="508" actId="114"/>
          <ac:spMkLst>
            <pc:docMk/>
            <pc:sldMk cId="2118661273" sldId="4734"/>
            <ac:spMk id="4" creationId="{F40434F2-F0ED-846A-43B1-8FC6F5ADB7D6}"/>
          </ac:spMkLst>
        </pc:spChg>
      </pc:sldChg>
      <pc:sldChg chg="modSp mod">
        <pc:chgData name="Eirik Eriksen Heen" userId="3e804305-1c07-417a-9ea8-d913585be88f" providerId="ADAL" clId="{86A7CD6A-BADF-46B5-A0EB-3EAA83991659}" dt="2026-09-08T12:42:18.191" v="522" actId="12"/>
        <pc:sldMkLst>
          <pc:docMk/>
          <pc:sldMk cId="763165624" sldId="4737"/>
        </pc:sldMkLst>
        <pc:spChg chg="mod">
          <ac:chgData name="Eirik Eriksen Heen" userId="3e804305-1c07-417a-9ea8-d913585be88f" providerId="ADAL" clId="{86A7CD6A-BADF-46B5-A0EB-3EAA83991659}" dt="2026-09-08T12:42:13.656" v="520"/>
          <ac:spMkLst>
            <pc:docMk/>
            <pc:sldMk cId="763165624" sldId="4737"/>
            <ac:spMk id="2" creationId="{99ABE611-E854-B80C-0CC1-D508D6D43F48}"/>
          </ac:spMkLst>
        </pc:spChg>
        <pc:spChg chg="mod">
          <ac:chgData name="Eirik Eriksen Heen" userId="3e804305-1c07-417a-9ea8-d913585be88f" providerId="ADAL" clId="{86A7CD6A-BADF-46B5-A0EB-3EAA83991659}" dt="2026-09-08T12:42:18.191" v="522" actId="12"/>
          <ac:spMkLst>
            <pc:docMk/>
            <pc:sldMk cId="763165624" sldId="4737"/>
            <ac:spMk id="3" creationId="{B6C7C749-F4FF-FC54-20EF-4A0792CCA599}"/>
          </ac:spMkLst>
        </pc:spChg>
      </pc:sldChg>
      <pc:sldChg chg="addSp delSp modSp mod">
        <pc:chgData name="Eirik Eriksen Heen" userId="3e804305-1c07-417a-9ea8-d913585be88f" providerId="ADAL" clId="{86A7CD6A-BADF-46B5-A0EB-3EAA83991659}" dt="2026-09-08T13:36:18.711" v="1370" actId="1076"/>
        <pc:sldMkLst>
          <pc:docMk/>
          <pc:sldMk cId="420574786" sldId="4739"/>
        </pc:sldMkLst>
        <pc:spChg chg="mod">
          <ac:chgData name="Eirik Eriksen Heen" userId="3e804305-1c07-417a-9ea8-d913585be88f" providerId="ADAL" clId="{86A7CD6A-BADF-46B5-A0EB-3EAA83991659}" dt="2026-09-08T13:35:29.272" v="1363" actId="20577"/>
          <ac:spMkLst>
            <pc:docMk/>
            <pc:sldMk cId="420574786" sldId="4739"/>
            <ac:spMk id="2" creationId="{ECE14EF9-3114-8703-E128-307C98FCDAF8}"/>
          </ac:spMkLst>
        </pc:spChg>
        <pc:spChg chg="del">
          <ac:chgData name="Eirik Eriksen Heen" userId="3e804305-1c07-417a-9ea8-d913585be88f" providerId="ADAL" clId="{86A7CD6A-BADF-46B5-A0EB-3EAA83991659}" dt="2026-09-08T13:35:32.260" v="1364"/>
          <ac:spMkLst>
            <pc:docMk/>
            <pc:sldMk cId="420574786" sldId="4739"/>
            <ac:spMk id="3" creationId="{5AB353A5-8362-F77B-5EA0-B9AB11E91B1D}"/>
          </ac:spMkLst>
        </pc:spChg>
        <pc:spChg chg="add del mod">
          <ac:chgData name="Eirik Eriksen Heen" userId="3e804305-1c07-417a-9ea8-d913585be88f" providerId="ADAL" clId="{86A7CD6A-BADF-46B5-A0EB-3EAA83991659}" dt="2026-09-08T13:36:03.145" v="1368"/>
          <ac:spMkLst>
            <pc:docMk/>
            <pc:sldMk cId="420574786" sldId="4739"/>
            <ac:spMk id="6" creationId="{8CDFE0C9-BED8-42A0-71DA-597AF8C2B44F}"/>
          </ac:spMkLst>
        </pc:spChg>
        <pc:graphicFrameChg chg="add del mod modGraphic">
          <ac:chgData name="Eirik Eriksen Heen" userId="3e804305-1c07-417a-9ea8-d913585be88f" providerId="ADAL" clId="{86A7CD6A-BADF-46B5-A0EB-3EAA83991659}" dt="2026-09-08T13:36:01.476" v="1367" actId="478"/>
          <ac:graphicFrameMkLst>
            <pc:docMk/>
            <pc:sldMk cId="420574786" sldId="4739"/>
            <ac:graphicFrameMk id="4" creationId="{79CC07C3-CD40-570D-D10A-1579D5502222}"/>
          </ac:graphicFrameMkLst>
        </pc:graphicFrameChg>
        <pc:graphicFrameChg chg="add mod modGraphic">
          <ac:chgData name="Eirik Eriksen Heen" userId="3e804305-1c07-417a-9ea8-d913585be88f" providerId="ADAL" clId="{86A7CD6A-BADF-46B5-A0EB-3EAA83991659}" dt="2026-09-08T13:36:18.711" v="1370" actId="1076"/>
          <ac:graphicFrameMkLst>
            <pc:docMk/>
            <pc:sldMk cId="420574786" sldId="4739"/>
            <ac:graphicFrameMk id="7" creationId="{3B697497-FC3D-8ECE-56B0-1BFF0F8FF37A}"/>
          </ac:graphicFrameMkLst>
        </pc:graphicFrameChg>
      </pc:sldChg>
      <pc:sldChg chg="addSp delSp modSp new mod ord">
        <pc:chgData name="Eirik Eriksen Heen" userId="3e804305-1c07-417a-9ea8-d913585be88f" providerId="ADAL" clId="{86A7CD6A-BADF-46B5-A0EB-3EAA83991659}" dt="2026-09-08T12:47:36.426" v="538" actId="26606"/>
        <pc:sldMkLst>
          <pc:docMk/>
          <pc:sldMk cId="4130537057" sldId="4740"/>
        </pc:sldMkLst>
        <pc:spChg chg="mod">
          <ac:chgData name="Eirik Eriksen Heen" userId="3e804305-1c07-417a-9ea8-d913585be88f" providerId="ADAL" clId="{86A7CD6A-BADF-46B5-A0EB-3EAA83991659}" dt="2026-09-08T12:46:05.556" v="529" actId="26606"/>
          <ac:spMkLst>
            <pc:docMk/>
            <pc:sldMk cId="4130537057" sldId="4740"/>
            <ac:spMk id="2" creationId="{7D6A5297-271C-4540-642C-8FFB18641364}"/>
          </ac:spMkLst>
        </pc:spChg>
        <pc:spChg chg="del mod">
          <ac:chgData name="Eirik Eriksen Heen" userId="3e804305-1c07-417a-9ea8-d913585be88f" providerId="ADAL" clId="{86A7CD6A-BADF-46B5-A0EB-3EAA83991659}" dt="2026-09-08T12:46:05.556" v="529" actId="26606"/>
          <ac:spMkLst>
            <pc:docMk/>
            <pc:sldMk cId="4130537057" sldId="4740"/>
            <ac:spMk id="3" creationId="{E3CD65AA-ABDF-86FA-F3B2-64962CE29F73}"/>
          </ac:spMkLst>
        </pc:spChg>
        <pc:graphicFrameChg chg="add mod modGraphic">
          <ac:chgData name="Eirik Eriksen Heen" userId="3e804305-1c07-417a-9ea8-d913585be88f" providerId="ADAL" clId="{86A7CD6A-BADF-46B5-A0EB-3EAA83991659}" dt="2026-09-08T12:47:36.426" v="538" actId="26606"/>
          <ac:graphicFrameMkLst>
            <pc:docMk/>
            <pc:sldMk cId="4130537057" sldId="4740"/>
            <ac:graphicFrameMk id="5" creationId="{CC9F0579-68F2-EF60-11BE-04E5D4367F0E}"/>
          </ac:graphicFrameMkLst>
        </pc:graphicFrameChg>
      </pc:sldChg>
      <pc:sldChg chg="modSp new mod ord">
        <pc:chgData name="Eirik Eriksen Heen" userId="3e804305-1c07-417a-9ea8-d913585be88f" providerId="ADAL" clId="{86A7CD6A-BADF-46B5-A0EB-3EAA83991659}" dt="2026-09-08T13:02:16.687" v="1000" actId="20577"/>
        <pc:sldMkLst>
          <pc:docMk/>
          <pc:sldMk cId="2414755380" sldId="4741"/>
        </pc:sldMkLst>
        <pc:spChg chg="mod">
          <ac:chgData name="Eirik Eriksen Heen" userId="3e804305-1c07-417a-9ea8-d913585be88f" providerId="ADAL" clId="{86A7CD6A-BADF-46B5-A0EB-3EAA83991659}" dt="2026-09-08T12:48:29.648" v="541" actId="20577"/>
          <ac:spMkLst>
            <pc:docMk/>
            <pc:sldMk cId="2414755380" sldId="4741"/>
            <ac:spMk id="2" creationId="{AD4BD0CB-A1FD-2872-D21B-C6E88FD83E8B}"/>
          </ac:spMkLst>
        </pc:spChg>
        <pc:spChg chg="mod">
          <ac:chgData name="Eirik Eriksen Heen" userId="3e804305-1c07-417a-9ea8-d913585be88f" providerId="ADAL" clId="{86A7CD6A-BADF-46B5-A0EB-3EAA83991659}" dt="2026-09-08T13:02:16.687" v="1000" actId="20577"/>
          <ac:spMkLst>
            <pc:docMk/>
            <pc:sldMk cId="2414755380" sldId="4741"/>
            <ac:spMk id="3" creationId="{7635E00E-E586-7AD2-5D42-4B61844EC1E5}"/>
          </ac:spMkLst>
        </pc:spChg>
      </pc:sldChg>
      <pc:sldChg chg="addSp delSp modSp new mod">
        <pc:chgData name="Eirik Eriksen Heen" userId="3e804305-1c07-417a-9ea8-d913585be88f" providerId="ADAL" clId="{86A7CD6A-BADF-46B5-A0EB-3EAA83991659}" dt="2026-09-09T05:40:14.227" v="1645" actId="1076"/>
        <pc:sldMkLst>
          <pc:docMk/>
          <pc:sldMk cId="554562331" sldId="4742"/>
        </pc:sldMkLst>
        <pc:spChg chg="mod">
          <ac:chgData name="Eirik Eriksen Heen" userId="3e804305-1c07-417a-9ea8-d913585be88f" providerId="ADAL" clId="{86A7CD6A-BADF-46B5-A0EB-3EAA83991659}" dt="2026-09-08T13:05:11.192" v="1005"/>
          <ac:spMkLst>
            <pc:docMk/>
            <pc:sldMk cId="554562331" sldId="4742"/>
            <ac:spMk id="2" creationId="{E8E0D326-347D-6F8B-D368-2866C16C44C9}"/>
          </ac:spMkLst>
        </pc:spChg>
        <pc:spChg chg="mod">
          <ac:chgData name="Eirik Eriksen Heen" userId="3e804305-1c07-417a-9ea8-d913585be88f" providerId="ADAL" clId="{86A7CD6A-BADF-46B5-A0EB-3EAA83991659}" dt="2026-09-08T13:15:53.468" v="1129"/>
          <ac:spMkLst>
            <pc:docMk/>
            <pc:sldMk cId="554562331" sldId="4742"/>
            <ac:spMk id="3" creationId="{0FA82779-E703-D8DA-472C-6C1284FF8140}"/>
          </ac:spMkLst>
        </pc:spChg>
        <pc:spChg chg="add del mod">
          <ac:chgData name="Eirik Eriksen Heen" userId="3e804305-1c07-417a-9ea8-d913585be88f" providerId="ADAL" clId="{86A7CD6A-BADF-46B5-A0EB-3EAA83991659}" dt="2026-09-09T05:40:07.766" v="1643" actId="478"/>
          <ac:spMkLst>
            <pc:docMk/>
            <pc:sldMk cId="554562331" sldId="4742"/>
            <ac:spMk id="4" creationId="{2336295F-033A-4D62-38FB-96E57853DB2D}"/>
          </ac:spMkLst>
        </pc:spChg>
        <pc:spChg chg="add del mod">
          <ac:chgData name="Eirik Eriksen Heen" userId="3e804305-1c07-417a-9ea8-d913585be88f" providerId="ADAL" clId="{86A7CD6A-BADF-46B5-A0EB-3EAA83991659}" dt="2026-09-08T13:12:59.158" v="1071" actId="21"/>
          <ac:spMkLst>
            <pc:docMk/>
            <pc:sldMk cId="554562331" sldId="4742"/>
            <ac:spMk id="5" creationId="{C685EC40-5CD7-C7D1-AD48-048A03758B36}"/>
          </ac:spMkLst>
        </pc:spChg>
        <pc:spChg chg="add mod">
          <ac:chgData name="Eirik Eriksen Heen" userId="3e804305-1c07-417a-9ea8-d913585be88f" providerId="ADAL" clId="{86A7CD6A-BADF-46B5-A0EB-3EAA83991659}" dt="2026-09-09T05:40:14.227" v="1645" actId="1076"/>
          <ac:spMkLst>
            <pc:docMk/>
            <pc:sldMk cId="554562331" sldId="4742"/>
            <ac:spMk id="5" creationId="{EA3E63D1-9CF3-4CC9-5D62-8945A270DB30}"/>
          </ac:spMkLst>
        </pc:spChg>
        <pc:spChg chg="mod">
          <ac:chgData name="Eirik Eriksen Heen" userId="3e804305-1c07-417a-9ea8-d913585be88f" providerId="ADAL" clId="{86A7CD6A-BADF-46B5-A0EB-3EAA83991659}" dt="2026-09-08T13:11:23.604" v="1058" actId="1076"/>
          <ac:spMkLst>
            <pc:docMk/>
            <pc:sldMk cId="554562331" sldId="4742"/>
            <ac:spMk id="7" creationId="{69582AE4-F7F6-2986-0B42-2FA5C0ADF38A}"/>
          </ac:spMkLst>
        </pc:spChg>
        <pc:spChg chg="add mod">
          <ac:chgData name="Eirik Eriksen Heen" userId="3e804305-1c07-417a-9ea8-d913585be88f" providerId="ADAL" clId="{86A7CD6A-BADF-46B5-A0EB-3EAA83991659}" dt="2026-09-08T13:13:21.369" v="1078" actId="207"/>
          <ac:spMkLst>
            <pc:docMk/>
            <pc:sldMk cId="554562331" sldId="4742"/>
            <ac:spMk id="11" creationId="{D4180946-B8F9-A445-6AE6-71DFD9E29012}"/>
          </ac:spMkLst>
        </pc:spChg>
        <pc:spChg chg="add del">
          <ac:chgData name="Eirik Eriksen Heen" userId="3e804305-1c07-417a-9ea8-d913585be88f" providerId="ADAL" clId="{86A7CD6A-BADF-46B5-A0EB-3EAA83991659}" dt="2026-09-08T13:13:06.851" v="1074" actId="22"/>
          <ac:spMkLst>
            <pc:docMk/>
            <pc:sldMk cId="554562331" sldId="4742"/>
            <ac:spMk id="13" creationId="{2C61ABE6-E7F7-0411-4975-AF70F82A3DC3}"/>
          </ac:spMkLst>
        </pc:spChg>
        <pc:spChg chg="add">
          <ac:chgData name="Eirik Eriksen Heen" userId="3e804305-1c07-417a-9ea8-d913585be88f" providerId="ADAL" clId="{86A7CD6A-BADF-46B5-A0EB-3EAA83991659}" dt="2026-09-08T13:13:09.938" v="1075" actId="22"/>
          <ac:spMkLst>
            <pc:docMk/>
            <pc:sldMk cId="554562331" sldId="4742"/>
            <ac:spMk id="15" creationId="{41C014BF-34A5-06B3-6320-8F4C072559C6}"/>
          </ac:spMkLst>
        </pc:spChg>
        <pc:grpChg chg="add del mod">
          <ac:chgData name="Eirik Eriksen Heen" userId="3e804305-1c07-417a-9ea8-d913585be88f" providerId="ADAL" clId="{86A7CD6A-BADF-46B5-A0EB-3EAA83991659}" dt="2026-09-08T13:11:27.388" v="1059" actId="478"/>
          <ac:grpSpMkLst>
            <pc:docMk/>
            <pc:sldMk cId="554562331" sldId="4742"/>
            <ac:grpSpMk id="6" creationId="{03F6CF12-0E8B-CB7E-F869-F286C10E80B3}"/>
          </ac:grpSpMkLst>
        </pc:grpChg>
        <pc:picChg chg="mod">
          <ac:chgData name="Eirik Eriksen Heen" userId="3e804305-1c07-417a-9ea8-d913585be88f" providerId="ADAL" clId="{86A7CD6A-BADF-46B5-A0EB-3EAA83991659}" dt="2026-09-08T13:11:23.604" v="1058" actId="1076"/>
          <ac:picMkLst>
            <pc:docMk/>
            <pc:sldMk cId="554562331" sldId="4742"/>
            <ac:picMk id="8" creationId="{C63EE801-2A01-D59E-164E-F4C7EA37961F}"/>
          </ac:picMkLst>
        </pc:picChg>
        <pc:picChg chg="add mod">
          <ac:chgData name="Eirik Eriksen Heen" userId="3e804305-1c07-417a-9ea8-d913585be88f" providerId="ADAL" clId="{86A7CD6A-BADF-46B5-A0EB-3EAA83991659}" dt="2026-09-08T13:12:52.735" v="1069" actId="1076"/>
          <ac:picMkLst>
            <pc:docMk/>
            <pc:sldMk cId="554562331" sldId="4742"/>
            <ac:picMk id="10" creationId="{245C88B6-AFDD-3960-BB33-EEB0B1402CBD}"/>
          </ac:picMkLst>
        </pc:picChg>
      </pc:sldChg>
      <pc:sldChg chg="addSp delSp modSp add mod">
        <pc:chgData name="Eirik Eriksen Heen" userId="3e804305-1c07-417a-9ea8-d913585be88f" providerId="ADAL" clId="{86A7CD6A-BADF-46B5-A0EB-3EAA83991659}" dt="2026-09-08T13:21:31.107" v="1181" actId="368"/>
        <pc:sldMkLst>
          <pc:docMk/>
          <pc:sldMk cId="2578607066" sldId="4743"/>
        </pc:sldMkLst>
        <pc:spChg chg="mod">
          <ac:chgData name="Eirik Eriksen Heen" userId="3e804305-1c07-417a-9ea8-d913585be88f" providerId="ADAL" clId="{86A7CD6A-BADF-46B5-A0EB-3EAA83991659}" dt="2026-09-08T13:18:49.414" v="1132"/>
          <ac:spMkLst>
            <pc:docMk/>
            <pc:sldMk cId="2578607066" sldId="4743"/>
            <ac:spMk id="2" creationId="{DC8E0A2F-7305-C23C-0CFE-A0BD588F58DD}"/>
          </ac:spMkLst>
        </pc:spChg>
        <pc:spChg chg="mod">
          <ac:chgData name="Eirik Eriksen Heen" userId="3e804305-1c07-417a-9ea8-d913585be88f" providerId="ADAL" clId="{86A7CD6A-BADF-46B5-A0EB-3EAA83991659}" dt="2026-09-08T13:21:31.107" v="1181" actId="368"/>
          <ac:spMkLst>
            <pc:docMk/>
            <pc:sldMk cId="2578607066" sldId="4743"/>
            <ac:spMk id="3" creationId="{03D11DAD-ED32-9DC7-A90F-EF5B7DB93575}"/>
          </ac:spMkLst>
        </pc:spChg>
        <pc:spChg chg="add mod">
          <ac:chgData name="Eirik Eriksen Heen" userId="3e804305-1c07-417a-9ea8-d913585be88f" providerId="ADAL" clId="{86A7CD6A-BADF-46B5-A0EB-3EAA83991659}" dt="2026-09-08T13:20:11.517" v="1164" actId="1076"/>
          <ac:spMkLst>
            <pc:docMk/>
            <pc:sldMk cId="2578607066" sldId="4743"/>
            <ac:spMk id="5" creationId="{D0467378-C321-C8A1-E11E-C25B2CA06DD4}"/>
          </ac:spMkLst>
        </pc:spChg>
        <pc:spChg chg="add mod">
          <ac:chgData name="Eirik Eriksen Heen" userId="3e804305-1c07-417a-9ea8-d913585be88f" providerId="ADAL" clId="{86A7CD6A-BADF-46B5-A0EB-3EAA83991659}" dt="2026-09-08T13:20:52.780" v="1174" actId="1076"/>
          <ac:spMkLst>
            <pc:docMk/>
            <pc:sldMk cId="2578607066" sldId="4743"/>
            <ac:spMk id="6" creationId="{CDD13C47-A8D0-B0B8-2D52-01CC62544FF8}"/>
          </ac:spMkLst>
        </pc:spChg>
        <pc:spChg chg="mod">
          <ac:chgData name="Eirik Eriksen Heen" userId="3e804305-1c07-417a-9ea8-d913585be88f" providerId="ADAL" clId="{86A7CD6A-BADF-46B5-A0EB-3EAA83991659}" dt="2026-09-08T13:19:49.876" v="1158" actId="14100"/>
          <ac:spMkLst>
            <pc:docMk/>
            <pc:sldMk cId="2578607066" sldId="4743"/>
            <ac:spMk id="11" creationId="{BAEC148F-B709-9614-4143-56D060FA9066}"/>
          </ac:spMkLst>
        </pc:spChg>
        <pc:spChg chg="mod">
          <ac:chgData name="Eirik Eriksen Heen" userId="3e804305-1c07-417a-9ea8-d913585be88f" providerId="ADAL" clId="{86A7CD6A-BADF-46B5-A0EB-3EAA83991659}" dt="2026-09-08T13:19:47.490" v="1157" actId="1076"/>
          <ac:spMkLst>
            <pc:docMk/>
            <pc:sldMk cId="2578607066" sldId="4743"/>
            <ac:spMk id="15" creationId="{7F055AD5-743E-3CD0-F80D-2C3851441DC7}"/>
          </ac:spMkLst>
        </pc:spChg>
        <pc:picChg chg="del">
          <ac:chgData name="Eirik Eriksen Heen" userId="3e804305-1c07-417a-9ea8-d913585be88f" providerId="ADAL" clId="{86A7CD6A-BADF-46B5-A0EB-3EAA83991659}" dt="2026-09-08T13:19:39.219" v="1153" actId="478"/>
          <ac:picMkLst>
            <pc:docMk/>
            <pc:sldMk cId="2578607066" sldId="4743"/>
            <ac:picMk id="10" creationId="{A029DC33-A387-DE4D-37B0-BBBEA60C5F5C}"/>
          </ac:picMkLst>
        </pc:picChg>
      </pc:sldChg>
      <pc:sldChg chg="modSp new mod">
        <pc:chgData name="Eirik Eriksen Heen" userId="3e804305-1c07-417a-9ea8-d913585be88f" providerId="ADAL" clId="{86A7CD6A-BADF-46B5-A0EB-3EAA83991659}" dt="2026-09-08T13:54:49.594" v="1614" actId="20577"/>
        <pc:sldMkLst>
          <pc:docMk/>
          <pc:sldMk cId="3668664942" sldId="4744"/>
        </pc:sldMkLst>
        <pc:spChg chg="mod">
          <ac:chgData name="Eirik Eriksen Heen" userId="3e804305-1c07-417a-9ea8-d913585be88f" providerId="ADAL" clId="{86A7CD6A-BADF-46B5-A0EB-3EAA83991659}" dt="2026-09-08T13:22:49.224" v="1187" actId="20577"/>
          <ac:spMkLst>
            <pc:docMk/>
            <pc:sldMk cId="3668664942" sldId="4744"/>
            <ac:spMk id="2" creationId="{DC29204C-5450-FF45-2CD5-EFEC9039D1C3}"/>
          </ac:spMkLst>
        </pc:spChg>
        <pc:spChg chg="mod">
          <ac:chgData name="Eirik Eriksen Heen" userId="3e804305-1c07-417a-9ea8-d913585be88f" providerId="ADAL" clId="{86A7CD6A-BADF-46B5-A0EB-3EAA83991659}" dt="2026-09-08T13:54:49.594" v="1614" actId="20577"/>
          <ac:spMkLst>
            <pc:docMk/>
            <pc:sldMk cId="3668664942" sldId="4744"/>
            <ac:spMk id="3" creationId="{0CE1339C-D6E8-A013-A4B7-DB6BC00B5FC8}"/>
          </ac:spMkLst>
        </pc:spChg>
      </pc:sldChg>
      <pc:sldChg chg="addSp delSp modSp new mod modNotesTx">
        <pc:chgData name="Eirik Eriksen Heen" userId="3e804305-1c07-417a-9ea8-d913585be88f" providerId="ADAL" clId="{86A7CD6A-BADF-46B5-A0EB-3EAA83991659}" dt="2026-09-08T13:41:47.034" v="1421" actId="1076"/>
        <pc:sldMkLst>
          <pc:docMk/>
          <pc:sldMk cId="560482377" sldId="4745"/>
        </pc:sldMkLst>
        <pc:spChg chg="mod">
          <ac:chgData name="Eirik Eriksen Heen" userId="3e804305-1c07-417a-9ea8-d913585be88f" providerId="ADAL" clId="{86A7CD6A-BADF-46B5-A0EB-3EAA83991659}" dt="2026-09-08T13:41:43.957" v="1420" actId="14100"/>
          <ac:spMkLst>
            <pc:docMk/>
            <pc:sldMk cId="560482377" sldId="4745"/>
            <ac:spMk id="2" creationId="{32BC5F72-C9EF-701A-9B9C-5779B0F2CD89}"/>
          </ac:spMkLst>
        </pc:spChg>
        <pc:spChg chg="mod">
          <ac:chgData name="Eirik Eriksen Heen" userId="3e804305-1c07-417a-9ea8-d913585be88f" providerId="ADAL" clId="{86A7CD6A-BADF-46B5-A0EB-3EAA83991659}" dt="2026-09-08T13:40:24.550" v="1401" actId="20577"/>
          <ac:spMkLst>
            <pc:docMk/>
            <pc:sldMk cId="560482377" sldId="4745"/>
            <ac:spMk id="3" creationId="{F952A1F8-828E-BF3D-D848-A166638AB710}"/>
          </ac:spMkLst>
        </pc:spChg>
        <pc:spChg chg="add del">
          <ac:chgData name="Eirik Eriksen Heen" userId="3e804305-1c07-417a-9ea8-d913585be88f" providerId="ADAL" clId="{86A7CD6A-BADF-46B5-A0EB-3EAA83991659}" dt="2026-09-08T13:38:35.600" v="1391" actId="478"/>
          <ac:spMkLst>
            <pc:docMk/>
            <pc:sldMk cId="560482377" sldId="4745"/>
            <ac:spMk id="5" creationId="{A6AF43DC-689A-0382-0729-59CF643A3061}"/>
          </ac:spMkLst>
        </pc:spChg>
        <pc:spChg chg="add mod">
          <ac:chgData name="Eirik Eriksen Heen" userId="3e804305-1c07-417a-9ea8-d913585be88f" providerId="ADAL" clId="{86A7CD6A-BADF-46B5-A0EB-3EAA83991659}" dt="2026-09-08T13:41:47.034" v="1421" actId="1076"/>
          <ac:spMkLst>
            <pc:docMk/>
            <pc:sldMk cId="560482377" sldId="4745"/>
            <ac:spMk id="6" creationId="{0CAF5983-302E-BCAD-A8A3-E7584B890021}"/>
          </ac:spMkLst>
        </pc:spChg>
      </pc:sldChg>
      <pc:sldChg chg="addSp modSp new mod">
        <pc:chgData name="Eirik Eriksen Heen" userId="3e804305-1c07-417a-9ea8-d913585be88f" providerId="ADAL" clId="{86A7CD6A-BADF-46B5-A0EB-3EAA83991659}" dt="2026-09-08T13:42:14.765" v="1424"/>
        <pc:sldMkLst>
          <pc:docMk/>
          <pc:sldMk cId="78841161" sldId="4746"/>
        </pc:sldMkLst>
        <pc:spChg chg="mod">
          <ac:chgData name="Eirik Eriksen Heen" userId="3e804305-1c07-417a-9ea8-d913585be88f" providerId="ADAL" clId="{86A7CD6A-BADF-46B5-A0EB-3EAA83991659}" dt="2026-09-08T13:41:29.434" v="1412" actId="20577"/>
          <ac:spMkLst>
            <pc:docMk/>
            <pc:sldMk cId="78841161" sldId="4746"/>
            <ac:spMk id="2" creationId="{783A1A2A-9C1D-D269-DFDF-3DAE0E2CEF58}"/>
          </ac:spMkLst>
        </pc:spChg>
        <pc:spChg chg="mod">
          <ac:chgData name="Eirik Eriksen Heen" userId="3e804305-1c07-417a-9ea8-d913585be88f" providerId="ADAL" clId="{86A7CD6A-BADF-46B5-A0EB-3EAA83991659}" dt="2026-09-08T13:42:14.765" v="1424"/>
          <ac:spMkLst>
            <pc:docMk/>
            <pc:sldMk cId="78841161" sldId="4746"/>
            <ac:spMk id="3" creationId="{DC530880-9823-477D-120C-2E81E215184B}"/>
          </ac:spMkLst>
        </pc:spChg>
        <pc:spChg chg="add mod">
          <ac:chgData name="Eirik Eriksen Heen" userId="3e804305-1c07-417a-9ea8-d913585be88f" providerId="ADAL" clId="{86A7CD6A-BADF-46B5-A0EB-3EAA83991659}" dt="2026-09-08T13:41:53.951" v="1422" actId="1076"/>
          <ac:spMkLst>
            <pc:docMk/>
            <pc:sldMk cId="78841161" sldId="4746"/>
            <ac:spMk id="5" creationId="{87E10FDF-0DDC-02F8-E240-7EF2AAECABE7}"/>
          </ac:spMkLst>
        </pc:spChg>
      </pc:sldChg>
      <pc:sldChg chg="addSp delSp modSp new mod">
        <pc:chgData name="Eirik Eriksen Heen" userId="3e804305-1c07-417a-9ea8-d913585be88f" providerId="ADAL" clId="{86A7CD6A-BADF-46B5-A0EB-3EAA83991659}" dt="2026-09-08T13:47:52.485" v="1457" actId="14100"/>
        <pc:sldMkLst>
          <pc:docMk/>
          <pc:sldMk cId="2631697856" sldId="4747"/>
        </pc:sldMkLst>
        <pc:spChg chg="mod">
          <ac:chgData name="Eirik Eriksen Heen" userId="3e804305-1c07-417a-9ea8-d913585be88f" providerId="ADAL" clId="{86A7CD6A-BADF-46B5-A0EB-3EAA83991659}" dt="2026-09-08T13:45:19.412" v="1426"/>
          <ac:spMkLst>
            <pc:docMk/>
            <pc:sldMk cId="2631697856" sldId="4747"/>
            <ac:spMk id="2" creationId="{B547B556-911F-D8D8-91E6-F44CF45AEFCD}"/>
          </ac:spMkLst>
        </pc:spChg>
        <pc:spChg chg="mod">
          <ac:chgData name="Eirik Eriksen Heen" userId="3e804305-1c07-417a-9ea8-d913585be88f" providerId="ADAL" clId="{86A7CD6A-BADF-46B5-A0EB-3EAA83991659}" dt="2026-09-08T13:47:52.485" v="1457" actId="14100"/>
          <ac:spMkLst>
            <pc:docMk/>
            <pc:sldMk cId="2631697856" sldId="4747"/>
            <ac:spMk id="3" creationId="{7EBC5D56-E540-5A10-0AC3-8127667A45B6}"/>
          </ac:spMkLst>
        </pc:spChg>
        <pc:spChg chg="add mod">
          <ac:chgData name="Eirik Eriksen Heen" userId="3e804305-1c07-417a-9ea8-d913585be88f" providerId="ADAL" clId="{86A7CD6A-BADF-46B5-A0EB-3EAA83991659}" dt="2026-09-08T13:46:46.808" v="1445" actId="1076"/>
          <ac:spMkLst>
            <pc:docMk/>
            <pc:sldMk cId="2631697856" sldId="4747"/>
            <ac:spMk id="5" creationId="{8EF35C62-63BE-1075-6432-18D9B9E176FA}"/>
          </ac:spMkLst>
        </pc:spChg>
        <pc:spChg chg="add del mod">
          <ac:chgData name="Eirik Eriksen Heen" userId="3e804305-1c07-417a-9ea8-d913585be88f" providerId="ADAL" clId="{86A7CD6A-BADF-46B5-A0EB-3EAA83991659}" dt="2026-09-08T13:46:40.016" v="1441" actId="478"/>
          <ac:spMkLst>
            <pc:docMk/>
            <pc:sldMk cId="2631697856" sldId="4747"/>
            <ac:spMk id="7" creationId="{1CDC5D76-8E67-72AE-B64E-7B0BF8E47721}"/>
          </ac:spMkLst>
        </pc:spChg>
      </pc:sldChg>
      <pc:sldChg chg="modSp add mod">
        <pc:chgData name="Eirik Eriksen Heen" userId="3e804305-1c07-417a-9ea8-d913585be88f" providerId="ADAL" clId="{86A7CD6A-BADF-46B5-A0EB-3EAA83991659}" dt="2026-09-08T13:51:13.372" v="1475" actId="20577"/>
        <pc:sldMkLst>
          <pc:docMk/>
          <pc:sldMk cId="2283974198" sldId="4748"/>
        </pc:sldMkLst>
        <pc:spChg chg="mod">
          <ac:chgData name="Eirik Eriksen Heen" userId="3e804305-1c07-417a-9ea8-d913585be88f" providerId="ADAL" clId="{86A7CD6A-BADF-46B5-A0EB-3EAA83991659}" dt="2026-09-08T13:48:06.491" v="1459"/>
          <ac:spMkLst>
            <pc:docMk/>
            <pc:sldMk cId="2283974198" sldId="4748"/>
            <ac:spMk id="2" creationId="{A68620E7-7490-2660-635A-7CB6A469F95C}"/>
          </ac:spMkLst>
        </pc:spChg>
        <pc:spChg chg="mod">
          <ac:chgData name="Eirik Eriksen Heen" userId="3e804305-1c07-417a-9ea8-d913585be88f" providerId="ADAL" clId="{86A7CD6A-BADF-46B5-A0EB-3EAA83991659}" dt="2026-09-08T13:51:13.372" v="1475" actId="20577"/>
          <ac:spMkLst>
            <pc:docMk/>
            <pc:sldMk cId="2283974198" sldId="4748"/>
            <ac:spMk id="3" creationId="{0336FF9A-8874-7011-E18D-B1A67A528185}"/>
          </ac:spMkLst>
        </pc:spChg>
        <pc:spChg chg="mod">
          <ac:chgData name="Eirik Eriksen Heen" userId="3e804305-1c07-417a-9ea8-d913585be88f" providerId="ADAL" clId="{86A7CD6A-BADF-46B5-A0EB-3EAA83991659}" dt="2026-09-08T13:48:22.041" v="1461" actId="20577"/>
          <ac:spMkLst>
            <pc:docMk/>
            <pc:sldMk cId="2283974198" sldId="4748"/>
            <ac:spMk id="5" creationId="{1F89D208-B3DC-F285-A1D4-5ADF355EA0E1}"/>
          </ac:spMkLst>
        </pc:spChg>
      </pc:sldChg>
      <pc:sldChg chg="modSp add mod modNotesTx">
        <pc:chgData name="Eirik Eriksen Heen" userId="3e804305-1c07-417a-9ea8-d913585be88f" providerId="ADAL" clId="{86A7CD6A-BADF-46B5-A0EB-3EAA83991659}" dt="2026-09-08T13:53:24.588" v="1612" actId="20577"/>
        <pc:sldMkLst>
          <pc:docMk/>
          <pc:sldMk cId="118938497" sldId="4749"/>
        </pc:sldMkLst>
        <pc:spChg chg="mod">
          <ac:chgData name="Eirik Eriksen Heen" userId="3e804305-1c07-417a-9ea8-d913585be88f" providerId="ADAL" clId="{86A7CD6A-BADF-46B5-A0EB-3EAA83991659}" dt="2026-09-08T13:49:59.201" v="1470"/>
          <ac:spMkLst>
            <pc:docMk/>
            <pc:sldMk cId="118938497" sldId="4749"/>
            <ac:spMk id="2" creationId="{9B3BC7C4-8CF1-0614-2297-C48ABC0151FA}"/>
          </ac:spMkLst>
        </pc:spChg>
        <pc:spChg chg="mod">
          <ac:chgData name="Eirik Eriksen Heen" userId="3e804305-1c07-417a-9ea8-d913585be88f" providerId="ADAL" clId="{86A7CD6A-BADF-46B5-A0EB-3EAA83991659}" dt="2026-09-08T13:52:25.066" v="1477" actId="5793"/>
          <ac:spMkLst>
            <pc:docMk/>
            <pc:sldMk cId="118938497" sldId="4749"/>
            <ac:spMk id="3" creationId="{A2973D10-6C82-B407-439C-9F7456337732}"/>
          </ac:spMkLst>
        </pc:spChg>
        <pc:spChg chg="mod">
          <ac:chgData name="Eirik Eriksen Heen" userId="3e804305-1c07-417a-9ea8-d913585be88f" providerId="ADAL" clId="{86A7CD6A-BADF-46B5-A0EB-3EAA83991659}" dt="2026-09-08T13:50:16.171" v="1472"/>
          <ac:spMkLst>
            <pc:docMk/>
            <pc:sldMk cId="118938497" sldId="4749"/>
            <ac:spMk id="5" creationId="{A3DE11A7-2B02-81FC-2DAD-7C684EABC272}"/>
          </ac:spMkLst>
        </pc:spChg>
      </pc:sldChg>
      <pc:sldChg chg="modSp add mod">
        <pc:chgData name="Eirik Eriksen Heen" userId="3e804305-1c07-417a-9ea8-d913585be88f" providerId="ADAL" clId="{86A7CD6A-BADF-46B5-A0EB-3EAA83991659}" dt="2026-09-08T13:55:53.657" v="1621" actId="114"/>
        <pc:sldMkLst>
          <pc:docMk/>
          <pc:sldMk cId="1674722654" sldId="4750"/>
        </pc:sldMkLst>
        <pc:spChg chg="mod">
          <ac:chgData name="Eirik Eriksen Heen" userId="3e804305-1c07-417a-9ea8-d913585be88f" providerId="ADAL" clId="{86A7CD6A-BADF-46B5-A0EB-3EAA83991659}" dt="2026-09-08T13:55:26.225" v="1617"/>
          <ac:spMkLst>
            <pc:docMk/>
            <pc:sldMk cId="1674722654" sldId="4750"/>
            <ac:spMk id="2" creationId="{DEDD93BD-35EF-2881-B23E-D2319DE078CC}"/>
          </ac:spMkLst>
        </pc:spChg>
        <pc:spChg chg="mod">
          <ac:chgData name="Eirik Eriksen Heen" userId="3e804305-1c07-417a-9ea8-d913585be88f" providerId="ADAL" clId="{86A7CD6A-BADF-46B5-A0EB-3EAA83991659}" dt="2026-09-08T13:55:53.657" v="1621" actId="114"/>
          <ac:spMkLst>
            <pc:docMk/>
            <pc:sldMk cId="1674722654" sldId="4750"/>
            <ac:spMk id="3" creationId="{B5F36433-D227-B8C5-BC94-3B32DF0EEE10}"/>
          </ac:spMkLst>
        </pc:spChg>
        <pc:spChg chg="mod">
          <ac:chgData name="Eirik Eriksen Heen" userId="3e804305-1c07-417a-9ea8-d913585be88f" providerId="ADAL" clId="{86A7CD6A-BADF-46B5-A0EB-3EAA83991659}" dt="2026-09-08T13:55:14.153" v="1616"/>
          <ac:spMkLst>
            <pc:docMk/>
            <pc:sldMk cId="1674722654" sldId="4750"/>
            <ac:spMk id="5" creationId="{E2E0249B-DB37-AFF9-4C90-D9D78FA85155}"/>
          </ac:spMkLst>
        </pc:spChg>
      </pc:sldChg>
      <pc:sldChg chg="modSp new mod">
        <pc:chgData name="Eirik Eriksen Heen" userId="3e804305-1c07-417a-9ea8-d913585be88f" providerId="ADAL" clId="{86A7CD6A-BADF-46B5-A0EB-3EAA83991659}" dt="2026-09-08T13:56:48.699" v="1623"/>
        <pc:sldMkLst>
          <pc:docMk/>
          <pc:sldMk cId="1257362878" sldId="4751"/>
        </pc:sldMkLst>
        <pc:spChg chg="mod">
          <ac:chgData name="Eirik Eriksen Heen" userId="3e804305-1c07-417a-9ea8-d913585be88f" providerId="ADAL" clId="{86A7CD6A-BADF-46B5-A0EB-3EAA83991659}" dt="2026-09-08T13:56:48.699" v="1623"/>
          <ac:spMkLst>
            <pc:docMk/>
            <pc:sldMk cId="1257362878" sldId="4751"/>
            <ac:spMk id="2" creationId="{4978ABD3-B819-77FD-71FB-F448EB21D1C5}"/>
          </ac:spMkLst>
        </pc:spChg>
      </pc:sldChg>
      <pc:sldChg chg="addSp modSp mod">
        <pc:chgData name="Eirik Eriksen Heen" userId="3e804305-1c07-417a-9ea8-d913585be88f" providerId="ADAL" clId="{86A7CD6A-BADF-46B5-A0EB-3EAA83991659}" dt="2026-09-09T08:36:46.439" v="1673" actId="20577"/>
        <pc:sldMkLst>
          <pc:docMk/>
          <pc:sldMk cId="2712911728" sldId="4754"/>
        </pc:sldMkLst>
        <pc:spChg chg="add mod">
          <ac:chgData name="Eirik Eriksen Heen" userId="3e804305-1c07-417a-9ea8-d913585be88f" providerId="ADAL" clId="{86A7CD6A-BADF-46B5-A0EB-3EAA83991659}" dt="2026-09-09T05:41:08.226" v="1650" actId="20577"/>
          <ac:spMkLst>
            <pc:docMk/>
            <pc:sldMk cId="2712911728" sldId="4754"/>
            <ac:spMk id="5" creationId="{82E5E1DF-9616-AA09-C1A3-DABD3511F988}"/>
          </ac:spMkLst>
        </pc:spChg>
        <pc:spChg chg="mod">
          <ac:chgData name="Eirik Eriksen Heen" userId="3e804305-1c07-417a-9ea8-d913585be88f" providerId="ADAL" clId="{86A7CD6A-BADF-46B5-A0EB-3EAA83991659}" dt="2026-09-09T08:36:46.439" v="1673" actId="20577"/>
          <ac:spMkLst>
            <pc:docMk/>
            <pc:sldMk cId="2712911728" sldId="4754"/>
            <ac:spMk id="9" creationId="{46EC13C6-94DB-8096-6553-080B7673F46A}"/>
          </ac:spMkLst>
        </pc:spChg>
      </pc:sldChg>
      <pc:sldChg chg="addSp modSp mod">
        <pc:chgData name="Eirik Eriksen Heen" userId="3e804305-1c07-417a-9ea8-d913585be88f" providerId="ADAL" clId="{86A7CD6A-BADF-46B5-A0EB-3EAA83991659}" dt="2026-09-09T05:40:45.725" v="1648" actId="1076"/>
        <pc:sldMkLst>
          <pc:docMk/>
          <pc:sldMk cId="777636245" sldId="4756"/>
        </pc:sldMkLst>
        <pc:spChg chg="add mod">
          <ac:chgData name="Eirik Eriksen Heen" userId="3e804305-1c07-417a-9ea8-d913585be88f" providerId="ADAL" clId="{86A7CD6A-BADF-46B5-A0EB-3EAA83991659}" dt="2026-09-09T05:40:45.725" v="1648" actId="1076"/>
          <ac:spMkLst>
            <pc:docMk/>
            <pc:sldMk cId="777636245" sldId="4756"/>
            <ac:spMk id="4" creationId="{5A0C6A22-D6C8-33CC-2D70-BD3B4620235E}"/>
          </ac:spMkLst>
        </pc:spChg>
      </pc:sldChg>
      <pc:sldChg chg="addSp modSp mod">
        <pc:chgData name="Eirik Eriksen Heen" userId="3e804305-1c07-417a-9ea8-d913585be88f" providerId="ADAL" clId="{86A7CD6A-BADF-46B5-A0EB-3EAA83991659}" dt="2026-09-09T05:41:20.185" v="1652" actId="20577"/>
        <pc:sldMkLst>
          <pc:docMk/>
          <pc:sldMk cId="3409727806" sldId="4757"/>
        </pc:sldMkLst>
        <pc:spChg chg="add mod">
          <ac:chgData name="Eirik Eriksen Heen" userId="3e804305-1c07-417a-9ea8-d913585be88f" providerId="ADAL" clId="{86A7CD6A-BADF-46B5-A0EB-3EAA83991659}" dt="2026-09-09T05:41:20.185" v="1652" actId="20577"/>
          <ac:spMkLst>
            <pc:docMk/>
            <pc:sldMk cId="3409727806" sldId="4757"/>
            <ac:spMk id="5" creationId="{C2E98A49-EB18-8129-C27C-541C888492C8}"/>
          </ac:spMkLst>
        </pc:spChg>
      </pc:sldChg>
      <pc:sldChg chg="addSp modSp mod">
        <pc:chgData name="Eirik Eriksen Heen" userId="3e804305-1c07-417a-9ea8-d913585be88f" providerId="ADAL" clId="{86A7CD6A-BADF-46B5-A0EB-3EAA83991659}" dt="2026-09-09T05:41:48.428" v="1655" actId="1076"/>
        <pc:sldMkLst>
          <pc:docMk/>
          <pc:sldMk cId="3009898249" sldId="4758"/>
        </pc:sldMkLst>
        <pc:spChg chg="add mod">
          <ac:chgData name="Eirik Eriksen Heen" userId="3e804305-1c07-417a-9ea8-d913585be88f" providerId="ADAL" clId="{86A7CD6A-BADF-46B5-A0EB-3EAA83991659}" dt="2026-09-09T05:41:45.477" v="1654" actId="20577"/>
          <ac:spMkLst>
            <pc:docMk/>
            <pc:sldMk cId="3009898249" sldId="4758"/>
            <ac:spMk id="4" creationId="{6F5306F7-0255-07DE-E61A-9F6734F00093}"/>
          </ac:spMkLst>
        </pc:spChg>
        <pc:spChg chg="mod">
          <ac:chgData name="Eirik Eriksen Heen" userId="3e804305-1c07-417a-9ea8-d913585be88f" providerId="ADAL" clId="{86A7CD6A-BADF-46B5-A0EB-3EAA83991659}" dt="2026-09-09T05:41:48.428" v="1655" actId="1076"/>
          <ac:spMkLst>
            <pc:docMk/>
            <pc:sldMk cId="3009898249" sldId="4758"/>
            <ac:spMk id="7" creationId="{675FF129-E0E8-B6A5-5C63-BE52CBA3348A}"/>
          </ac:spMkLst>
        </pc:spChg>
      </pc:sldChg>
      <pc:sldChg chg="addSp modSp mod">
        <pc:chgData name="Eirik Eriksen Heen" userId="3e804305-1c07-417a-9ea8-d913585be88f" providerId="ADAL" clId="{86A7CD6A-BADF-46B5-A0EB-3EAA83991659}" dt="2026-09-09T05:42:21.298" v="1657" actId="20577"/>
        <pc:sldMkLst>
          <pc:docMk/>
          <pc:sldMk cId="543318312" sldId="4759"/>
        </pc:sldMkLst>
        <pc:spChg chg="add mod">
          <ac:chgData name="Eirik Eriksen Heen" userId="3e804305-1c07-417a-9ea8-d913585be88f" providerId="ADAL" clId="{86A7CD6A-BADF-46B5-A0EB-3EAA83991659}" dt="2026-09-09T05:42:21.298" v="1657" actId="20577"/>
          <ac:spMkLst>
            <pc:docMk/>
            <pc:sldMk cId="543318312" sldId="4759"/>
            <ac:spMk id="5" creationId="{3FB70656-504A-4258-DA8B-F1D3E75AB435}"/>
          </ac:spMkLst>
        </pc:spChg>
      </pc:sldChg>
      <pc:sldChg chg="addSp modSp mod">
        <pc:chgData name="Eirik Eriksen Heen" userId="3e804305-1c07-417a-9ea8-d913585be88f" providerId="ADAL" clId="{86A7CD6A-BADF-46B5-A0EB-3EAA83991659}" dt="2026-09-09T05:42:35.446" v="1659" actId="20577"/>
        <pc:sldMkLst>
          <pc:docMk/>
          <pc:sldMk cId="1270967809" sldId="4760"/>
        </pc:sldMkLst>
        <pc:spChg chg="add mod">
          <ac:chgData name="Eirik Eriksen Heen" userId="3e804305-1c07-417a-9ea8-d913585be88f" providerId="ADAL" clId="{86A7CD6A-BADF-46B5-A0EB-3EAA83991659}" dt="2026-09-09T05:42:35.446" v="1659" actId="20577"/>
          <ac:spMkLst>
            <pc:docMk/>
            <pc:sldMk cId="1270967809" sldId="4760"/>
            <ac:spMk id="6" creationId="{A2F781ED-FA56-1DFB-044C-27EC3E49CF15}"/>
          </ac:spMkLst>
        </pc:spChg>
      </pc:sldChg>
      <pc:sldChg chg="addSp modSp mod">
        <pc:chgData name="Eirik Eriksen Heen" userId="3e804305-1c07-417a-9ea8-d913585be88f" providerId="ADAL" clId="{86A7CD6A-BADF-46B5-A0EB-3EAA83991659}" dt="2026-09-09T12:47:30.806" v="1677" actId="27636"/>
        <pc:sldMkLst>
          <pc:docMk/>
          <pc:sldMk cId="3555251794" sldId="4761"/>
        </pc:sldMkLst>
        <pc:spChg chg="mod">
          <ac:chgData name="Eirik Eriksen Heen" userId="3e804305-1c07-417a-9ea8-d913585be88f" providerId="ADAL" clId="{86A7CD6A-BADF-46B5-A0EB-3EAA83991659}" dt="2026-09-09T12:47:30.806" v="1677" actId="27636"/>
          <ac:spMkLst>
            <pc:docMk/>
            <pc:sldMk cId="3555251794" sldId="4761"/>
            <ac:spMk id="4" creationId="{C095F124-D72F-6AD7-6BEF-6DF52A12CC4B}"/>
          </ac:spMkLst>
        </pc:spChg>
        <pc:spChg chg="mod">
          <ac:chgData name="Eirik Eriksen Heen" userId="3e804305-1c07-417a-9ea8-d913585be88f" providerId="ADAL" clId="{86A7CD6A-BADF-46B5-A0EB-3EAA83991659}" dt="2026-09-09T12:47:30.804" v="1676" actId="27636"/>
          <ac:spMkLst>
            <pc:docMk/>
            <pc:sldMk cId="3555251794" sldId="4761"/>
            <ac:spMk id="5" creationId="{D2F95F61-EB23-606B-2049-C5951B78AAEF}"/>
          </ac:spMkLst>
        </pc:spChg>
        <pc:spChg chg="add mod">
          <ac:chgData name="Eirik Eriksen Heen" userId="3e804305-1c07-417a-9ea8-d913585be88f" providerId="ADAL" clId="{86A7CD6A-BADF-46B5-A0EB-3EAA83991659}" dt="2026-09-09T05:45:42.133" v="1667" actId="20577"/>
          <ac:spMkLst>
            <pc:docMk/>
            <pc:sldMk cId="3555251794" sldId="4761"/>
            <ac:spMk id="6" creationId="{1652DE65-CCAC-D5DB-5ABA-5F3E570F29C6}"/>
          </ac:spMkLst>
        </pc:spChg>
      </pc:sldChg>
      <pc:sldChg chg="addSp modSp mod">
        <pc:chgData name="Eirik Eriksen Heen" userId="3e804305-1c07-417a-9ea8-d913585be88f" providerId="ADAL" clId="{86A7CD6A-BADF-46B5-A0EB-3EAA83991659}" dt="2026-09-09T05:45:51.531" v="1670" actId="20577"/>
        <pc:sldMkLst>
          <pc:docMk/>
          <pc:sldMk cId="3796467468" sldId="4762"/>
        </pc:sldMkLst>
        <pc:spChg chg="add mod">
          <ac:chgData name="Eirik Eriksen Heen" userId="3e804305-1c07-417a-9ea8-d913585be88f" providerId="ADAL" clId="{86A7CD6A-BADF-46B5-A0EB-3EAA83991659}" dt="2026-09-09T05:45:51.531" v="1670" actId="20577"/>
          <ac:spMkLst>
            <pc:docMk/>
            <pc:sldMk cId="3796467468" sldId="4762"/>
            <ac:spMk id="5" creationId="{BB9B57F1-5CE8-66F5-087A-22CEE451A5C7}"/>
          </ac:spMkLst>
        </pc:spChg>
      </pc:sldChg>
      <pc:sldChg chg="addSp delSp modSp new mod">
        <pc:chgData name="Eirik Eriksen Heen" userId="3e804305-1c07-417a-9ea8-d913585be88f" providerId="ADAL" clId="{86A7CD6A-BADF-46B5-A0EB-3EAA83991659}" dt="2026-09-09T05:45:26.422" v="1665" actId="22"/>
        <pc:sldMkLst>
          <pc:docMk/>
          <pc:sldMk cId="937772082" sldId="4764"/>
        </pc:sldMkLst>
        <pc:spChg chg="mod">
          <ac:chgData name="Eirik Eriksen Heen" userId="3e804305-1c07-417a-9ea8-d913585be88f" providerId="ADAL" clId="{86A7CD6A-BADF-46B5-A0EB-3EAA83991659}" dt="2026-09-09T05:36:52.768" v="1627" actId="207"/>
          <ac:spMkLst>
            <pc:docMk/>
            <pc:sldMk cId="937772082" sldId="4764"/>
            <ac:spMk id="2" creationId="{A496BAF1-4558-A117-0338-9DADBFC147C2}"/>
          </ac:spMkLst>
        </pc:spChg>
        <pc:spChg chg="mod">
          <ac:chgData name="Eirik Eriksen Heen" userId="3e804305-1c07-417a-9ea8-d913585be88f" providerId="ADAL" clId="{86A7CD6A-BADF-46B5-A0EB-3EAA83991659}" dt="2026-09-09T05:36:58.847" v="1628"/>
          <ac:spMkLst>
            <pc:docMk/>
            <pc:sldMk cId="937772082" sldId="4764"/>
            <ac:spMk id="3" creationId="{EA7B92AC-993A-ABCF-646D-CD0150199C09}"/>
          </ac:spMkLst>
        </pc:spChg>
        <pc:spChg chg="del">
          <ac:chgData name="Eirik Eriksen Heen" userId="3e804305-1c07-417a-9ea8-d913585be88f" providerId="ADAL" clId="{86A7CD6A-BADF-46B5-A0EB-3EAA83991659}" dt="2026-09-09T05:44:37.597" v="1662" actId="22"/>
          <ac:spMkLst>
            <pc:docMk/>
            <pc:sldMk cId="937772082" sldId="4764"/>
            <ac:spMk id="4" creationId="{D6362526-B2A3-CC2D-B387-3EEBB9415EDE}"/>
          </ac:spMkLst>
        </pc:spChg>
        <pc:spChg chg="add mod">
          <ac:chgData name="Eirik Eriksen Heen" userId="3e804305-1c07-417a-9ea8-d913585be88f" providerId="ADAL" clId="{86A7CD6A-BADF-46B5-A0EB-3EAA83991659}" dt="2026-09-09T05:42:42.382" v="1661" actId="20577"/>
          <ac:spMkLst>
            <pc:docMk/>
            <pc:sldMk cId="937772082" sldId="4764"/>
            <ac:spMk id="6" creationId="{0DE65210-AB0C-6643-BA77-1F57D95322B2}"/>
          </ac:spMkLst>
        </pc:spChg>
        <pc:spChg chg="add del mod">
          <ac:chgData name="Eirik Eriksen Heen" userId="3e804305-1c07-417a-9ea8-d913585be88f" providerId="ADAL" clId="{86A7CD6A-BADF-46B5-A0EB-3EAA83991659}" dt="2026-09-09T05:45:26.422" v="1665" actId="22"/>
          <ac:spMkLst>
            <pc:docMk/>
            <pc:sldMk cId="937772082" sldId="4764"/>
            <ac:spMk id="10" creationId="{F96C0FA5-28AE-DACA-5B84-95B457433276}"/>
          </ac:spMkLst>
        </pc:spChg>
        <pc:picChg chg="add del mod ord">
          <ac:chgData name="Eirik Eriksen Heen" userId="3e804305-1c07-417a-9ea8-d913585be88f" providerId="ADAL" clId="{86A7CD6A-BADF-46B5-A0EB-3EAA83991659}" dt="2026-09-09T05:45:24.277" v="1664" actId="478"/>
          <ac:picMkLst>
            <pc:docMk/>
            <pc:sldMk cId="937772082" sldId="4764"/>
            <ac:picMk id="8" creationId="{D6FD9D5B-14BA-E812-4ED2-DAD0B40327D8}"/>
          </ac:picMkLst>
        </pc:picChg>
        <pc:picChg chg="add mod ord">
          <ac:chgData name="Eirik Eriksen Heen" userId="3e804305-1c07-417a-9ea8-d913585be88f" providerId="ADAL" clId="{86A7CD6A-BADF-46B5-A0EB-3EAA83991659}" dt="2026-09-09T05:45:26.422" v="1665" actId="22"/>
          <ac:picMkLst>
            <pc:docMk/>
            <pc:sldMk cId="937772082" sldId="4764"/>
            <ac:picMk id="12" creationId="{6DE0E1EF-D419-59CE-C9C4-08EE5626DFDC}"/>
          </ac:picMkLst>
        </pc:pic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1DE583D-4727-4BD7-B0B2-303F8D86D61F}" type="doc">
      <dgm:prSet loTypeId="urn:microsoft.com/office/officeart/2005/8/layout/hierarchy2" loCatId="hierarchy" qsTypeId="urn:microsoft.com/office/officeart/2005/8/quickstyle/simple1" qsCatId="simple" csTypeId="urn:microsoft.com/office/officeart/2005/8/colors/accent2_2" csCatId="accent2"/>
      <dgm:spPr/>
      <dgm:t>
        <a:bodyPr/>
        <a:lstStyle/>
        <a:p>
          <a:endParaRPr lang="en-US"/>
        </a:p>
      </dgm:t>
    </dgm:pt>
    <dgm:pt modelId="{174A1F03-4E6E-43C8-9C90-C72F8B282148}">
      <dgm:prSet/>
      <dgm:spPr/>
      <dgm:t>
        <a:bodyPr/>
        <a:lstStyle/>
        <a:p>
          <a:r>
            <a:rPr lang="en-GB"/>
            <a:t>Economic theory links many variables.</a:t>
          </a:r>
          <a:endParaRPr lang="en-US"/>
        </a:p>
      </dgm:t>
    </dgm:pt>
    <dgm:pt modelId="{BF1EC01C-D169-4A1E-BB99-B4A6E07AAD7C}" type="parTrans" cxnId="{772D3B7E-CCE8-4287-8D00-C3F82850DB01}">
      <dgm:prSet/>
      <dgm:spPr/>
      <dgm:t>
        <a:bodyPr/>
        <a:lstStyle/>
        <a:p>
          <a:endParaRPr lang="en-US"/>
        </a:p>
      </dgm:t>
    </dgm:pt>
    <dgm:pt modelId="{1861CDAB-FE9A-4697-AAC9-F2305F9F96F4}" type="sibTrans" cxnId="{772D3B7E-CCE8-4287-8D00-C3F82850DB01}">
      <dgm:prSet/>
      <dgm:spPr/>
      <dgm:t>
        <a:bodyPr/>
        <a:lstStyle/>
        <a:p>
          <a:endParaRPr lang="en-US"/>
        </a:p>
      </dgm:t>
    </dgm:pt>
    <dgm:pt modelId="{268EAFED-2175-4C54-95A8-223869DD142C}">
      <dgm:prSet/>
      <dgm:spPr/>
      <dgm:t>
        <a:bodyPr/>
        <a:lstStyle/>
        <a:p>
          <a:r>
            <a:rPr lang="en-GB"/>
            <a:t>Keynes Model</a:t>
          </a:r>
          <a:endParaRPr lang="en-US"/>
        </a:p>
      </dgm:t>
    </dgm:pt>
    <dgm:pt modelId="{99725685-B432-4C5C-BA43-3C8ED72FECF8}" type="parTrans" cxnId="{450E08C9-B905-482A-B3D7-ED8A4EF20075}">
      <dgm:prSet/>
      <dgm:spPr/>
      <dgm:t>
        <a:bodyPr/>
        <a:lstStyle/>
        <a:p>
          <a:endParaRPr lang="en-US"/>
        </a:p>
      </dgm:t>
    </dgm:pt>
    <dgm:pt modelId="{7A8074C7-D40D-4C4B-8777-2FD76D6D83AF}" type="sibTrans" cxnId="{450E08C9-B905-482A-B3D7-ED8A4EF20075}">
      <dgm:prSet/>
      <dgm:spPr/>
      <dgm:t>
        <a:bodyPr/>
        <a:lstStyle/>
        <a:p>
          <a:endParaRPr lang="en-US"/>
        </a:p>
      </dgm:t>
    </dgm:pt>
    <dgm:pt modelId="{EC6C23A3-BDF6-4540-8021-8FD331703D7B}">
      <dgm:prSet/>
      <dgm:spPr/>
      <dgm:t>
        <a:bodyPr/>
        <a:lstStyle/>
        <a:p>
          <a:r>
            <a:rPr lang="en-GB"/>
            <a:t>Utility maximisation</a:t>
          </a:r>
          <a:endParaRPr lang="en-US"/>
        </a:p>
      </dgm:t>
    </dgm:pt>
    <dgm:pt modelId="{0F9F5D5D-F4D2-4B28-A0A2-3BF7AA7B2439}" type="parTrans" cxnId="{EDBC81F4-C8ED-4571-9332-5EEE91CCF1B4}">
      <dgm:prSet/>
      <dgm:spPr/>
      <dgm:t>
        <a:bodyPr/>
        <a:lstStyle/>
        <a:p>
          <a:endParaRPr lang="en-US"/>
        </a:p>
      </dgm:t>
    </dgm:pt>
    <dgm:pt modelId="{052B9B09-BC20-415F-A3A7-6AACCAAE69BC}" type="sibTrans" cxnId="{EDBC81F4-C8ED-4571-9332-5EEE91CCF1B4}">
      <dgm:prSet/>
      <dgm:spPr/>
      <dgm:t>
        <a:bodyPr/>
        <a:lstStyle/>
        <a:p>
          <a:endParaRPr lang="en-US"/>
        </a:p>
      </dgm:t>
    </dgm:pt>
    <dgm:pt modelId="{03D9BC56-12F4-4253-A0BD-AB3710371DA6}">
      <dgm:prSet/>
      <dgm:spPr/>
      <dgm:t>
        <a:bodyPr/>
        <a:lstStyle/>
        <a:p>
          <a:r>
            <a:rPr lang="en-GB"/>
            <a:t>Regression estimates how changes in one variable affect another.</a:t>
          </a:r>
          <a:endParaRPr lang="en-US"/>
        </a:p>
      </dgm:t>
    </dgm:pt>
    <dgm:pt modelId="{57299EBE-2CA8-4910-A9B1-FBECEFDDCB1B}" type="parTrans" cxnId="{515AF8C5-CC21-4183-80AC-495B63C46E13}">
      <dgm:prSet/>
      <dgm:spPr/>
      <dgm:t>
        <a:bodyPr/>
        <a:lstStyle/>
        <a:p>
          <a:endParaRPr lang="en-US"/>
        </a:p>
      </dgm:t>
    </dgm:pt>
    <dgm:pt modelId="{3CA78225-ADCE-474A-A544-0AC141E61C1C}" type="sibTrans" cxnId="{515AF8C5-CC21-4183-80AC-495B63C46E13}">
      <dgm:prSet/>
      <dgm:spPr/>
      <dgm:t>
        <a:bodyPr/>
        <a:lstStyle/>
        <a:p>
          <a:endParaRPr lang="en-US"/>
        </a:p>
      </dgm:t>
    </dgm:pt>
    <dgm:pt modelId="{A5E4E71E-9D1D-4F9C-B764-606527A584CB}">
      <dgm:prSet/>
      <dgm:spPr/>
      <dgm:t>
        <a:bodyPr/>
        <a:lstStyle/>
        <a:p>
          <a:r>
            <a:rPr lang="en-GB"/>
            <a:t>Regression models rely on assumptions.</a:t>
          </a:r>
          <a:endParaRPr lang="en-US"/>
        </a:p>
      </dgm:t>
    </dgm:pt>
    <dgm:pt modelId="{83458042-53C9-44B7-9189-4D2409FD4F53}" type="parTrans" cxnId="{F1095F56-5A36-49A2-8F63-4DE8B6DDAA68}">
      <dgm:prSet/>
      <dgm:spPr/>
      <dgm:t>
        <a:bodyPr/>
        <a:lstStyle/>
        <a:p>
          <a:endParaRPr lang="en-US"/>
        </a:p>
      </dgm:t>
    </dgm:pt>
    <dgm:pt modelId="{876A7BF9-6F92-435B-9182-590CACF44288}" type="sibTrans" cxnId="{F1095F56-5A36-49A2-8F63-4DE8B6DDAA68}">
      <dgm:prSet/>
      <dgm:spPr/>
      <dgm:t>
        <a:bodyPr/>
        <a:lstStyle/>
        <a:p>
          <a:endParaRPr lang="en-US"/>
        </a:p>
      </dgm:t>
    </dgm:pt>
    <dgm:pt modelId="{854A73F7-F7CE-44EF-B08C-D8E00920268F}">
      <dgm:prSet/>
      <dgm:spPr/>
      <dgm:t>
        <a:bodyPr/>
        <a:lstStyle/>
        <a:p>
          <a:r>
            <a:rPr lang="en-GB"/>
            <a:t>The continuous variable </a:t>
          </a:r>
          <a:r>
            <a:rPr lang="en-GB" i="1"/>
            <a:t>y</a:t>
          </a:r>
          <a:r>
            <a:rPr lang="en-GB"/>
            <a:t> has a probability density function (PDF).The PDF of </a:t>
          </a:r>
          <a:r>
            <a:rPr lang="en-GB" i="1"/>
            <a:t>y</a:t>
          </a:r>
          <a:r>
            <a:rPr lang="en-GB"/>
            <a:t> is conditional on </a:t>
          </a:r>
          <a:r>
            <a:rPr lang="en-GB" i="1"/>
            <a:t>x</a:t>
          </a:r>
          <a:r>
            <a:rPr lang="en-GB"/>
            <a:t>.</a:t>
          </a:r>
          <a:endParaRPr lang="en-US"/>
        </a:p>
      </dgm:t>
    </dgm:pt>
    <dgm:pt modelId="{024FE61D-5449-4DC0-A801-96FBEC548C00}" type="parTrans" cxnId="{46C2712E-8CF2-4CE1-94FF-1B679D187661}">
      <dgm:prSet/>
      <dgm:spPr/>
      <dgm:t>
        <a:bodyPr/>
        <a:lstStyle/>
        <a:p>
          <a:endParaRPr lang="en-US"/>
        </a:p>
      </dgm:t>
    </dgm:pt>
    <dgm:pt modelId="{A63AF0BF-61C2-4A1A-9BD0-C063FB3C8452}" type="sibTrans" cxnId="{46C2712E-8CF2-4CE1-94FF-1B679D187661}">
      <dgm:prSet/>
      <dgm:spPr/>
      <dgm:t>
        <a:bodyPr/>
        <a:lstStyle/>
        <a:p>
          <a:endParaRPr lang="en-US"/>
        </a:p>
      </dgm:t>
    </dgm:pt>
    <dgm:pt modelId="{97245A82-B768-4A15-A996-AB3F4B496C0A}" type="pres">
      <dgm:prSet presAssocID="{F1DE583D-4727-4BD7-B0B2-303F8D86D61F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AF7C77FE-263E-4B07-906E-34A70E5AA35D}" type="pres">
      <dgm:prSet presAssocID="{174A1F03-4E6E-43C8-9C90-C72F8B282148}" presName="root1" presStyleCnt="0"/>
      <dgm:spPr/>
    </dgm:pt>
    <dgm:pt modelId="{17F9C96C-F5B0-40E0-8803-3ED4A77194AD}" type="pres">
      <dgm:prSet presAssocID="{174A1F03-4E6E-43C8-9C90-C72F8B282148}" presName="LevelOneTextNode" presStyleLbl="node0" presStyleIdx="0" presStyleCnt="4">
        <dgm:presLayoutVars>
          <dgm:chPref val="3"/>
        </dgm:presLayoutVars>
      </dgm:prSet>
      <dgm:spPr/>
    </dgm:pt>
    <dgm:pt modelId="{49E141A2-A0FC-4573-B504-83516A3A934A}" type="pres">
      <dgm:prSet presAssocID="{174A1F03-4E6E-43C8-9C90-C72F8B282148}" presName="level2hierChild" presStyleCnt="0"/>
      <dgm:spPr/>
    </dgm:pt>
    <dgm:pt modelId="{7008AE5B-AC43-4D46-915D-571141FABC82}" type="pres">
      <dgm:prSet presAssocID="{99725685-B432-4C5C-BA43-3C8ED72FECF8}" presName="conn2-1" presStyleLbl="parChTrans1D2" presStyleIdx="0" presStyleCnt="2"/>
      <dgm:spPr/>
    </dgm:pt>
    <dgm:pt modelId="{58C5C769-913E-4371-B660-5980F486FE6D}" type="pres">
      <dgm:prSet presAssocID="{99725685-B432-4C5C-BA43-3C8ED72FECF8}" presName="connTx" presStyleLbl="parChTrans1D2" presStyleIdx="0" presStyleCnt="2"/>
      <dgm:spPr/>
    </dgm:pt>
    <dgm:pt modelId="{F97812EC-6F6D-4AC8-884F-257F55AF1228}" type="pres">
      <dgm:prSet presAssocID="{268EAFED-2175-4C54-95A8-223869DD142C}" presName="root2" presStyleCnt="0"/>
      <dgm:spPr/>
    </dgm:pt>
    <dgm:pt modelId="{D8C73660-7D7D-473E-85FD-CD26BA2D4B6D}" type="pres">
      <dgm:prSet presAssocID="{268EAFED-2175-4C54-95A8-223869DD142C}" presName="LevelTwoTextNode" presStyleLbl="node2" presStyleIdx="0" presStyleCnt="2">
        <dgm:presLayoutVars>
          <dgm:chPref val="3"/>
        </dgm:presLayoutVars>
      </dgm:prSet>
      <dgm:spPr/>
    </dgm:pt>
    <dgm:pt modelId="{561F7656-1E77-4808-BFF7-F7BE82B6C7C2}" type="pres">
      <dgm:prSet presAssocID="{268EAFED-2175-4C54-95A8-223869DD142C}" presName="level3hierChild" presStyleCnt="0"/>
      <dgm:spPr/>
    </dgm:pt>
    <dgm:pt modelId="{E2122EEF-E723-4655-941D-B31AE640B3CD}" type="pres">
      <dgm:prSet presAssocID="{0F9F5D5D-F4D2-4B28-A0A2-3BF7AA7B2439}" presName="conn2-1" presStyleLbl="parChTrans1D2" presStyleIdx="1" presStyleCnt="2"/>
      <dgm:spPr/>
    </dgm:pt>
    <dgm:pt modelId="{21D1118D-BD73-4F5E-A8CC-4DE02EE46130}" type="pres">
      <dgm:prSet presAssocID="{0F9F5D5D-F4D2-4B28-A0A2-3BF7AA7B2439}" presName="connTx" presStyleLbl="parChTrans1D2" presStyleIdx="1" presStyleCnt="2"/>
      <dgm:spPr/>
    </dgm:pt>
    <dgm:pt modelId="{2CD67334-0279-4DB8-A50C-CCA540D19B1F}" type="pres">
      <dgm:prSet presAssocID="{EC6C23A3-BDF6-4540-8021-8FD331703D7B}" presName="root2" presStyleCnt="0"/>
      <dgm:spPr/>
    </dgm:pt>
    <dgm:pt modelId="{DA92484B-041C-48C6-95D4-14ACFE72DB2A}" type="pres">
      <dgm:prSet presAssocID="{EC6C23A3-BDF6-4540-8021-8FD331703D7B}" presName="LevelTwoTextNode" presStyleLbl="node2" presStyleIdx="1" presStyleCnt="2">
        <dgm:presLayoutVars>
          <dgm:chPref val="3"/>
        </dgm:presLayoutVars>
      </dgm:prSet>
      <dgm:spPr/>
    </dgm:pt>
    <dgm:pt modelId="{9E3D95C5-D2D3-4DCE-B0EB-08C35FBF78B8}" type="pres">
      <dgm:prSet presAssocID="{EC6C23A3-BDF6-4540-8021-8FD331703D7B}" presName="level3hierChild" presStyleCnt="0"/>
      <dgm:spPr/>
    </dgm:pt>
    <dgm:pt modelId="{AD52FEAB-AA2F-4863-A5C8-A0593A086BE6}" type="pres">
      <dgm:prSet presAssocID="{03D9BC56-12F4-4253-A0BD-AB3710371DA6}" presName="root1" presStyleCnt="0"/>
      <dgm:spPr/>
    </dgm:pt>
    <dgm:pt modelId="{D0395758-ECA8-4AD2-96B6-38F5AE384CB2}" type="pres">
      <dgm:prSet presAssocID="{03D9BC56-12F4-4253-A0BD-AB3710371DA6}" presName="LevelOneTextNode" presStyleLbl="node0" presStyleIdx="1" presStyleCnt="4">
        <dgm:presLayoutVars>
          <dgm:chPref val="3"/>
        </dgm:presLayoutVars>
      </dgm:prSet>
      <dgm:spPr/>
    </dgm:pt>
    <dgm:pt modelId="{3D00AD0C-9162-444E-B607-5EB91BE4F81C}" type="pres">
      <dgm:prSet presAssocID="{03D9BC56-12F4-4253-A0BD-AB3710371DA6}" presName="level2hierChild" presStyleCnt="0"/>
      <dgm:spPr/>
    </dgm:pt>
    <dgm:pt modelId="{8AB7508E-F6CB-45A6-B8E8-757D183FC3F8}" type="pres">
      <dgm:prSet presAssocID="{A5E4E71E-9D1D-4F9C-B764-606527A584CB}" presName="root1" presStyleCnt="0"/>
      <dgm:spPr/>
    </dgm:pt>
    <dgm:pt modelId="{DE86A683-8E8C-44A8-AFDB-F76C427B21A7}" type="pres">
      <dgm:prSet presAssocID="{A5E4E71E-9D1D-4F9C-B764-606527A584CB}" presName="LevelOneTextNode" presStyleLbl="node0" presStyleIdx="2" presStyleCnt="4">
        <dgm:presLayoutVars>
          <dgm:chPref val="3"/>
        </dgm:presLayoutVars>
      </dgm:prSet>
      <dgm:spPr/>
    </dgm:pt>
    <dgm:pt modelId="{17C45E83-A035-4613-8664-91F7B1CA01E1}" type="pres">
      <dgm:prSet presAssocID="{A5E4E71E-9D1D-4F9C-B764-606527A584CB}" presName="level2hierChild" presStyleCnt="0"/>
      <dgm:spPr/>
    </dgm:pt>
    <dgm:pt modelId="{19EDC465-037E-4A34-89DF-368BD2EF8CF3}" type="pres">
      <dgm:prSet presAssocID="{854A73F7-F7CE-44EF-B08C-D8E00920268F}" presName="root1" presStyleCnt="0"/>
      <dgm:spPr/>
    </dgm:pt>
    <dgm:pt modelId="{99345469-A908-4EC5-85AB-EDAEB3F0B8A5}" type="pres">
      <dgm:prSet presAssocID="{854A73F7-F7CE-44EF-B08C-D8E00920268F}" presName="LevelOneTextNode" presStyleLbl="node0" presStyleIdx="3" presStyleCnt="4">
        <dgm:presLayoutVars>
          <dgm:chPref val="3"/>
        </dgm:presLayoutVars>
      </dgm:prSet>
      <dgm:spPr/>
    </dgm:pt>
    <dgm:pt modelId="{87AEC780-92C2-4A4E-AD31-61ED9CF06F16}" type="pres">
      <dgm:prSet presAssocID="{854A73F7-F7CE-44EF-B08C-D8E00920268F}" presName="level2hierChild" presStyleCnt="0"/>
      <dgm:spPr/>
    </dgm:pt>
  </dgm:ptLst>
  <dgm:cxnLst>
    <dgm:cxn modelId="{EBD09D07-F8BE-4769-AE6B-1F8CC38C5C41}" type="presOf" srcId="{268EAFED-2175-4C54-95A8-223869DD142C}" destId="{D8C73660-7D7D-473E-85FD-CD26BA2D4B6D}" srcOrd="0" destOrd="0" presId="urn:microsoft.com/office/officeart/2005/8/layout/hierarchy2"/>
    <dgm:cxn modelId="{E7D2F825-BF90-49A2-B40F-E956741929AA}" type="presOf" srcId="{A5E4E71E-9D1D-4F9C-B764-606527A584CB}" destId="{DE86A683-8E8C-44A8-AFDB-F76C427B21A7}" srcOrd="0" destOrd="0" presId="urn:microsoft.com/office/officeart/2005/8/layout/hierarchy2"/>
    <dgm:cxn modelId="{E102532B-8F0A-4D80-BF80-1F2DFC8BC99F}" type="presOf" srcId="{0F9F5D5D-F4D2-4B28-A0A2-3BF7AA7B2439}" destId="{21D1118D-BD73-4F5E-A8CC-4DE02EE46130}" srcOrd="1" destOrd="0" presId="urn:microsoft.com/office/officeart/2005/8/layout/hierarchy2"/>
    <dgm:cxn modelId="{46C2712E-8CF2-4CE1-94FF-1B679D187661}" srcId="{F1DE583D-4727-4BD7-B0B2-303F8D86D61F}" destId="{854A73F7-F7CE-44EF-B08C-D8E00920268F}" srcOrd="3" destOrd="0" parTransId="{024FE61D-5449-4DC0-A801-96FBEC548C00}" sibTransId="{A63AF0BF-61C2-4A1A-9BD0-C063FB3C8452}"/>
    <dgm:cxn modelId="{99A29738-E47A-4C76-8B00-5F5A6836CBE0}" type="presOf" srcId="{0F9F5D5D-F4D2-4B28-A0A2-3BF7AA7B2439}" destId="{E2122EEF-E723-4655-941D-B31AE640B3CD}" srcOrd="0" destOrd="0" presId="urn:microsoft.com/office/officeart/2005/8/layout/hierarchy2"/>
    <dgm:cxn modelId="{5712955C-CB42-40D0-9BB4-EB40E7D8CC99}" type="presOf" srcId="{03D9BC56-12F4-4253-A0BD-AB3710371DA6}" destId="{D0395758-ECA8-4AD2-96B6-38F5AE384CB2}" srcOrd="0" destOrd="0" presId="urn:microsoft.com/office/officeart/2005/8/layout/hierarchy2"/>
    <dgm:cxn modelId="{99F65649-99E5-4964-809D-DBBAE67416CE}" type="presOf" srcId="{99725685-B432-4C5C-BA43-3C8ED72FECF8}" destId="{58C5C769-913E-4371-B660-5980F486FE6D}" srcOrd="1" destOrd="0" presId="urn:microsoft.com/office/officeart/2005/8/layout/hierarchy2"/>
    <dgm:cxn modelId="{73915D70-5187-4EFB-8808-7B2587A31B5E}" type="presOf" srcId="{F1DE583D-4727-4BD7-B0B2-303F8D86D61F}" destId="{97245A82-B768-4A15-A996-AB3F4B496C0A}" srcOrd="0" destOrd="0" presId="urn:microsoft.com/office/officeart/2005/8/layout/hierarchy2"/>
    <dgm:cxn modelId="{07F9BC51-4B46-40DD-87E4-054347905E70}" type="presOf" srcId="{174A1F03-4E6E-43C8-9C90-C72F8B282148}" destId="{17F9C96C-F5B0-40E0-8803-3ED4A77194AD}" srcOrd="0" destOrd="0" presId="urn:microsoft.com/office/officeart/2005/8/layout/hierarchy2"/>
    <dgm:cxn modelId="{F1095F56-5A36-49A2-8F63-4DE8B6DDAA68}" srcId="{F1DE583D-4727-4BD7-B0B2-303F8D86D61F}" destId="{A5E4E71E-9D1D-4F9C-B764-606527A584CB}" srcOrd="2" destOrd="0" parTransId="{83458042-53C9-44B7-9189-4D2409FD4F53}" sibTransId="{876A7BF9-6F92-435B-9182-590CACF44288}"/>
    <dgm:cxn modelId="{772D3B7E-CCE8-4287-8D00-C3F82850DB01}" srcId="{F1DE583D-4727-4BD7-B0B2-303F8D86D61F}" destId="{174A1F03-4E6E-43C8-9C90-C72F8B282148}" srcOrd="0" destOrd="0" parTransId="{BF1EC01C-D169-4A1E-BB99-B4A6E07AAD7C}" sibTransId="{1861CDAB-FE9A-4697-AAC9-F2305F9F96F4}"/>
    <dgm:cxn modelId="{5424298F-6AA0-4F4B-83FA-ACBF3405EAB7}" type="presOf" srcId="{EC6C23A3-BDF6-4540-8021-8FD331703D7B}" destId="{DA92484B-041C-48C6-95D4-14ACFE72DB2A}" srcOrd="0" destOrd="0" presId="urn:microsoft.com/office/officeart/2005/8/layout/hierarchy2"/>
    <dgm:cxn modelId="{6302D890-344D-4F8D-8630-FB1771113CDD}" type="presOf" srcId="{99725685-B432-4C5C-BA43-3C8ED72FECF8}" destId="{7008AE5B-AC43-4D46-915D-571141FABC82}" srcOrd="0" destOrd="0" presId="urn:microsoft.com/office/officeart/2005/8/layout/hierarchy2"/>
    <dgm:cxn modelId="{54ED02BC-D9A7-4ADA-A305-AA4F40AF7240}" type="presOf" srcId="{854A73F7-F7CE-44EF-B08C-D8E00920268F}" destId="{99345469-A908-4EC5-85AB-EDAEB3F0B8A5}" srcOrd="0" destOrd="0" presId="urn:microsoft.com/office/officeart/2005/8/layout/hierarchy2"/>
    <dgm:cxn modelId="{515AF8C5-CC21-4183-80AC-495B63C46E13}" srcId="{F1DE583D-4727-4BD7-B0B2-303F8D86D61F}" destId="{03D9BC56-12F4-4253-A0BD-AB3710371DA6}" srcOrd="1" destOrd="0" parTransId="{57299EBE-2CA8-4910-A9B1-FBECEFDDCB1B}" sibTransId="{3CA78225-ADCE-474A-A544-0AC141E61C1C}"/>
    <dgm:cxn modelId="{450E08C9-B905-482A-B3D7-ED8A4EF20075}" srcId="{174A1F03-4E6E-43C8-9C90-C72F8B282148}" destId="{268EAFED-2175-4C54-95A8-223869DD142C}" srcOrd="0" destOrd="0" parTransId="{99725685-B432-4C5C-BA43-3C8ED72FECF8}" sibTransId="{7A8074C7-D40D-4C4B-8777-2FD76D6D83AF}"/>
    <dgm:cxn modelId="{EDBC81F4-C8ED-4571-9332-5EEE91CCF1B4}" srcId="{174A1F03-4E6E-43C8-9C90-C72F8B282148}" destId="{EC6C23A3-BDF6-4540-8021-8FD331703D7B}" srcOrd="1" destOrd="0" parTransId="{0F9F5D5D-F4D2-4B28-A0A2-3BF7AA7B2439}" sibTransId="{052B9B09-BC20-415F-A3A7-6AACCAAE69BC}"/>
    <dgm:cxn modelId="{CF768B78-8617-454F-9264-3583514285B8}" type="presParOf" srcId="{97245A82-B768-4A15-A996-AB3F4B496C0A}" destId="{AF7C77FE-263E-4B07-906E-34A70E5AA35D}" srcOrd="0" destOrd="0" presId="urn:microsoft.com/office/officeart/2005/8/layout/hierarchy2"/>
    <dgm:cxn modelId="{60B37383-8C9F-40F3-8FC4-0734FA05FDDC}" type="presParOf" srcId="{AF7C77FE-263E-4B07-906E-34A70E5AA35D}" destId="{17F9C96C-F5B0-40E0-8803-3ED4A77194AD}" srcOrd="0" destOrd="0" presId="urn:microsoft.com/office/officeart/2005/8/layout/hierarchy2"/>
    <dgm:cxn modelId="{4EB92BAC-F05C-441C-9552-0BC9AB675F1F}" type="presParOf" srcId="{AF7C77FE-263E-4B07-906E-34A70E5AA35D}" destId="{49E141A2-A0FC-4573-B504-83516A3A934A}" srcOrd="1" destOrd="0" presId="urn:microsoft.com/office/officeart/2005/8/layout/hierarchy2"/>
    <dgm:cxn modelId="{6A4898D1-FCE1-4891-9BF5-33FDD24297DE}" type="presParOf" srcId="{49E141A2-A0FC-4573-B504-83516A3A934A}" destId="{7008AE5B-AC43-4D46-915D-571141FABC82}" srcOrd="0" destOrd="0" presId="urn:microsoft.com/office/officeart/2005/8/layout/hierarchy2"/>
    <dgm:cxn modelId="{AFA2639A-B1CD-4BBC-A448-1F900CE47889}" type="presParOf" srcId="{7008AE5B-AC43-4D46-915D-571141FABC82}" destId="{58C5C769-913E-4371-B660-5980F486FE6D}" srcOrd="0" destOrd="0" presId="urn:microsoft.com/office/officeart/2005/8/layout/hierarchy2"/>
    <dgm:cxn modelId="{A1E2822F-4E3B-4967-82F7-3A963956E1E4}" type="presParOf" srcId="{49E141A2-A0FC-4573-B504-83516A3A934A}" destId="{F97812EC-6F6D-4AC8-884F-257F55AF1228}" srcOrd="1" destOrd="0" presId="urn:microsoft.com/office/officeart/2005/8/layout/hierarchy2"/>
    <dgm:cxn modelId="{5021C820-6AF5-43A8-85B5-6B586A55AD8C}" type="presParOf" srcId="{F97812EC-6F6D-4AC8-884F-257F55AF1228}" destId="{D8C73660-7D7D-473E-85FD-CD26BA2D4B6D}" srcOrd="0" destOrd="0" presId="urn:microsoft.com/office/officeart/2005/8/layout/hierarchy2"/>
    <dgm:cxn modelId="{9256F91C-AF38-465C-A290-C27C3BA60957}" type="presParOf" srcId="{F97812EC-6F6D-4AC8-884F-257F55AF1228}" destId="{561F7656-1E77-4808-BFF7-F7BE82B6C7C2}" srcOrd="1" destOrd="0" presId="urn:microsoft.com/office/officeart/2005/8/layout/hierarchy2"/>
    <dgm:cxn modelId="{FFB6FC6B-8768-4079-A0EE-EB45B254DB6D}" type="presParOf" srcId="{49E141A2-A0FC-4573-B504-83516A3A934A}" destId="{E2122EEF-E723-4655-941D-B31AE640B3CD}" srcOrd="2" destOrd="0" presId="urn:microsoft.com/office/officeart/2005/8/layout/hierarchy2"/>
    <dgm:cxn modelId="{682BE39F-8E3A-49DF-B21A-C8850637BB4D}" type="presParOf" srcId="{E2122EEF-E723-4655-941D-B31AE640B3CD}" destId="{21D1118D-BD73-4F5E-A8CC-4DE02EE46130}" srcOrd="0" destOrd="0" presId="urn:microsoft.com/office/officeart/2005/8/layout/hierarchy2"/>
    <dgm:cxn modelId="{27AA09B7-4FF1-4A29-825B-351BCF45D338}" type="presParOf" srcId="{49E141A2-A0FC-4573-B504-83516A3A934A}" destId="{2CD67334-0279-4DB8-A50C-CCA540D19B1F}" srcOrd="3" destOrd="0" presId="urn:microsoft.com/office/officeart/2005/8/layout/hierarchy2"/>
    <dgm:cxn modelId="{24C36D75-4F42-4032-9423-6E43D67D98BC}" type="presParOf" srcId="{2CD67334-0279-4DB8-A50C-CCA540D19B1F}" destId="{DA92484B-041C-48C6-95D4-14ACFE72DB2A}" srcOrd="0" destOrd="0" presId="urn:microsoft.com/office/officeart/2005/8/layout/hierarchy2"/>
    <dgm:cxn modelId="{50745340-83B6-4142-9919-2BEF06326593}" type="presParOf" srcId="{2CD67334-0279-4DB8-A50C-CCA540D19B1F}" destId="{9E3D95C5-D2D3-4DCE-B0EB-08C35FBF78B8}" srcOrd="1" destOrd="0" presId="urn:microsoft.com/office/officeart/2005/8/layout/hierarchy2"/>
    <dgm:cxn modelId="{EB12E395-991D-482A-8E2C-6A4A847A170C}" type="presParOf" srcId="{97245A82-B768-4A15-A996-AB3F4B496C0A}" destId="{AD52FEAB-AA2F-4863-A5C8-A0593A086BE6}" srcOrd="1" destOrd="0" presId="urn:microsoft.com/office/officeart/2005/8/layout/hierarchy2"/>
    <dgm:cxn modelId="{2C9FE3FF-974C-4664-BE89-24DE78179973}" type="presParOf" srcId="{AD52FEAB-AA2F-4863-A5C8-A0593A086BE6}" destId="{D0395758-ECA8-4AD2-96B6-38F5AE384CB2}" srcOrd="0" destOrd="0" presId="urn:microsoft.com/office/officeart/2005/8/layout/hierarchy2"/>
    <dgm:cxn modelId="{006179C1-EB2A-4BA6-A310-7FCAA112EACF}" type="presParOf" srcId="{AD52FEAB-AA2F-4863-A5C8-A0593A086BE6}" destId="{3D00AD0C-9162-444E-B607-5EB91BE4F81C}" srcOrd="1" destOrd="0" presId="urn:microsoft.com/office/officeart/2005/8/layout/hierarchy2"/>
    <dgm:cxn modelId="{F6C36C46-BB0B-4B75-8CCC-4CFC45D097E3}" type="presParOf" srcId="{97245A82-B768-4A15-A996-AB3F4B496C0A}" destId="{8AB7508E-F6CB-45A6-B8E8-757D183FC3F8}" srcOrd="2" destOrd="0" presId="urn:microsoft.com/office/officeart/2005/8/layout/hierarchy2"/>
    <dgm:cxn modelId="{345D7750-1ED8-44E3-98B7-74E59474A543}" type="presParOf" srcId="{8AB7508E-F6CB-45A6-B8E8-757D183FC3F8}" destId="{DE86A683-8E8C-44A8-AFDB-F76C427B21A7}" srcOrd="0" destOrd="0" presId="urn:microsoft.com/office/officeart/2005/8/layout/hierarchy2"/>
    <dgm:cxn modelId="{C982EB9C-1069-4E3B-9631-9D2155452E01}" type="presParOf" srcId="{8AB7508E-F6CB-45A6-B8E8-757D183FC3F8}" destId="{17C45E83-A035-4613-8664-91F7B1CA01E1}" srcOrd="1" destOrd="0" presId="urn:microsoft.com/office/officeart/2005/8/layout/hierarchy2"/>
    <dgm:cxn modelId="{96DDDFCA-CD01-4BA6-8FAA-49125C788524}" type="presParOf" srcId="{97245A82-B768-4A15-A996-AB3F4B496C0A}" destId="{19EDC465-037E-4A34-89DF-368BD2EF8CF3}" srcOrd="3" destOrd="0" presId="urn:microsoft.com/office/officeart/2005/8/layout/hierarchy2"/>
    <dgm:cxn modelId="{FF7CD147-FB3C-4FA4-92A8-FCEB914663CD}" type="presParOf" srcId="{19EDC465-037E-4A34-89DF-368BD2EF8CF3}" destId="{99345469-A908-4EC5-85AB-EDAEB3F0B8A5}" srcOrd="0" destOrd="0" presId="urn:microsoft.com/office/officeart/2005/8/layout/hierarchy2"/>
    <dgm:cxn modelId="{83B230E7-D17C-433D-8E18-169CA7F497AE}" type="presParOf" srcId="{19EDC465-037E-4A34-89DF-368BD2EF8CF3}" destId="{87AEC780-92C2-4A4E-AD31-61ED9CF06F16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9B8DAD3-9CDE-4D4D-8B2E-CF5D269C48C5}" type="doc">
      <dgm:prSet loTypeId="urn:microsoft.com/office/officeart/2005/8/layout/vProcess5" loCatId="process" qsTypeId="urn:microsoft.com/office/officeart/2005/8/quickstyle/simple4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10E87875-5AB0-48A1-9B2C-ECCEEC614CB0}">
      <dgm:prSet/>
      <dgm:spPr/>
      <dgm:t>
        <a:bodyPr/>
        <a:lstStyle/>
        <a:p>
          <a:r>
            <a:rPr lang="en-US" dirty="0"/>
            <a:t>How does weekly food expenditure vary with household income?</a:t>
          </a:r>
        </a:p>
      </dgm:t>
    </dgm:pt>
    <dgm:pt modelId="{0A4999CC-EAF3-4E7A-A5F7-FB736B3CDE38}" type="parTrans" cxnId="{EF1C775C-376D-452F-AB1C-6AFD6EC22DC5}">
      <dgm:prSet/>
      <dgm:spPr/>
      <dgm:t>
        <a:bodyPr/>
        <a:lstStyle/>
        <a:p>
          <a:endParaRPr lang="en-US"/>
        </a:p>
      </dgm:t>
    </dgm:pt>
    <dgm:pt modelId="{4B6E5091-BA8D-41EB-A137-D30928ED42D2}" type="sibTrans" cxnId="{EF1C775C-376D-452F-AB1C-6AFD6EC22DC5}">
      <dgm:prSet/>
      <dgm:spPr/>
      <dgm:t>
        <a:bodyPr/>
        <a:lstStyle/>
        <a:p>
          <a:endParaRPr lang="en-US"/>
        </a:p>
      </dgm:t>
    </dgm:pt>
    <dgm:pt modelId="{4943F7EC-DA84-476E-986F-408FFA46061B}">
      <dgm:prSet/>
      <dgm:spPr/>
      <dgm:t>
        <a:bodyPr/>
        <a:lstStyle/>
        <a:p>
          <a:r>
            <a:rPr lang="en-US" dirty="0"/>
            <a:t>Economic theory suggests a positive relationship.</a:t>
          </a:r>
        </a:p>
      </dgm:t>
    </dgm:pt>
    <dgm:pt modelId="{47C31391-FF8D-4369-B5A7-C9679056BE92}" type="parTrans" cxnId="{78C9D11D-7C18-4992-A759-1A0A46C5E009}">
      <dgm:prSet/>
      <dgm:spPr/>
      <dgm:t>
        <a:bodyPr/>
        <a:lstStyle/>
        <a:p>
          <a:endParaRPr lang="en-US"/>
        </a:p>
      </dgm:t>
    </dgm:pt>
    <dgm:pt modelId="{3A468186-F5F6-4166-9101-CD5FA2DB7D23}" type="sibTrans" cxnId="{78C9D11D-7C18-4992-A759-1A0A46C5E009}">
      <dgm:prSet/>
      <dgm:spPr/>
      <dgm:t>
        <a:bodyPr/>
        <a:lstStyle/>
        <a:p>
          <a:endParaRPr lang="en-US"/>
        </a:p>
      </dgm:t>
    </dgm:pt>
    <dgm:pt modelId="{43DED15D-FC67-4F2E-A60E-77AE3F015530}">
      <dgm:prSet/>
      <dgm:spPr/>
      <dgm:t>
        <a:bodyPr/>
        <a:lstStyle/>
        <a:p>
          <a:r>
            <a:rPr lang="en-US" dirty="0"/>
            <a:t>A hypothetical rule: food expenditure = 80 + 0.12 × income.</a:t>
          </a:r>
        </a:p>
      </dgm:t>
    </dgm:pt>
    <dgm:pt modelId="{372E59BB-BD92-4D15-8D47-293B0B7A765C}" type="parTrans" cxnId="{ACC81C7B-4A8B-44F8-A20B-03FCB4E4FE8E}">
      <dgm:prSet/>
      <dgm:spPr/>
      <dgm:t>
        <a:bodyPr/>
        <a:lstStyle/>
        <a:p>
          <a:endParaRPr lang="en-US"/>
        </a:p>
      </dgm:t>
    </dgm:pt>
    <dgm:pt modelId="{3B52C694-69BF-427D-B8C2-B3BBCA0AA3AA}" type="sibTrans" cxnId="{ACC81C7B-4A8B-44F8-A20B-03FCB4E4FE8E}">
      <dgm:prSet/>
      <dgm:spPr/>
      <dgm:t>
        <a:bodyPr/>
        <a:lstStyle/>
        <a:p>
          <a:endParaRPr lang="en-US"/>
        </a:p>
      </dgm:t>
    </dgm:pt>
    <dgm:pt modelId="{DD4D68E4-1ACF-48D8-84E5-357F0613577D}">
      <dgm:prSet/>
      <dgm:spPr/>
      <dgm:t>
        <a:bodyPr/>
        <a:lstStyle/>
        <a:p>
          <a:r>
            <a:rPr lang="en-US"/>
            <a:t>Here, both expenditure and income are measured in dollars.</a:t>
          </a:r>
        </a:p>
      </dgm:t>
    </dgm:pt>
    <dgm:pt modelId="{8760608A-F87B-4301-AFC4-8AB8C044F6BA}" type="parTrans" cxnId="{050CCF14-67D8-4821-AC4C-12DA4DB8B5B4}">
      <dgm:prSet/>
      <dgm:spPr/>
      <dgm:t>
        <a:bodyPr/>
        <a:lstStyle/>
        <a:p>
          <a:endParaRPr lang="en-US"/>
        </a:p>
      </dgm:t>
    </dgm:pt>
    <dgm:pt modelId="{165B6589-8299-43D6-BFD5-6CA7359FA1A6}" type="sibTrans" cxnId="{050CCF14-67D8-4821-AC4C-12DA4DB8B5B4}">
      <dgm:prSet/>
      <dgm:spPr/>
      <dgm:t>
        <a:bodyPr/>
        <a:lstStyle/>
        <a:p>
          <a:endParaRPr lang="en-US"/>
        </a:p>
      </dgm:t>
    </dgm:pt>
    <dgm:pt modelId="{D69E49F7-2062-4D65-BEE7-F7F0BA723823}" type="pres">
      <dgm:prSet presAssocID="{D9B8DAD3-9CDE-4D4D-8B2E-CF5D269C48C5}" presName="outerComposite" presStyleCnt="0">
        <dgm:presLayoutVars>
          <dgm:chMax val="5"/>
          <dgm:dir/>
          <dgm:resizeHandles val="exact"/>
        </dgm:presLayoutVars>
      </dgm:prSet>
      <dgm:spPr/>
    </dgm:pt>
    <dgm:pt modelId="{3C27D824-A515-4A71-AD2B-D99A09328832}" type="pres">
      <dgm:prSet presAssocID="{D9B8DAD3-9CDE-4D4D-8B2E-CF5D269C48C5}" presName="dummyMaxCanvas" presStyleCnt="0">
        <dgm:presLayoutVars/>
      </dgm:prSet>
      <dgm:spPr/>
    </dgm:pt>
    <dgm:pt modelId="{03407712-B5CC-43F0-A8DF-EE83E5E92A42}" type="pres">
      <dgm:prSet presAssocID="{D9B8DAD3-9CDE-4D4D-8B2E-CF5D269C48C5}" presName="FourNodes_1" presStyleLbl="node1" presStyleIdx="0" presStyleCnt="4">
        <dgm:presLayoutVars>
          <dgm:bulletEnabled val="1"/>
        </dgm:presLayoutVars>
      </dgm:prSet>
      <dgm:spPr/>
    </dgm:pt>
    <dgm:pt modelId="{FD2CFC0C-EC39-4804-A93A-EA5A6B04DF57}" type="pres">
      <dgm:prSet presAssocID="{D9B8DAD3-9CDE-4D4D-8B2E-CF5D269C48C5}" presName="FourNodes_2" presStyleLbl="node1" presStyleIdx="1" presStyleCnt="4">
        <dgm:presLayoutVars>
          <dgm:bulletEnabled val="1"/>
        </dgm:presLayoutVars>
      </dgm:prSet>
      <dgm:spPr/>
    </dgm:pt>
    <dgm:pt modelId="{E2BCDC4E-917D-4AE8-B032-C57D6BB3AE28}" type="pres">
      <dgm:prSet presAssocID="{D9B8DAD3-9CDE-4D4D-8B2E-CF5D269C48C5}" presName="FourNodes_3" presStyleLbl="node1" presStyleIdx="2" presStyleCnt="4">
        <dgm:presLayoutVars>
          <dgm:bulletEnabled val="1"/>
        </dgm:presLayoutVars>
      </dgm:prSet>
      <dgm:spPr/>
    </dgm:pt>
    <dgm:pt modelId="{4A90E143-AF78-4D75-A38F-4D2E10F0B44A}" type="pres">
      <dgm:prSet presAssocID="{D9B8DAD3-9CDE-4D4D-8B2E-CF5D269C48C5}" presName="FourNodes_4" presStyleLbl="node1" presStyleIdx="3" presStyleCnt="4">
        <dgm:presLayoutVars>
          <dgm:bulletEnabled val="1"/>
        </dgm:presLayoutVars>
      </dgm:prSet>
      <dgm:spPr/>
    </dgm:pt>
    <dgm:pt modelId="{0FB4C432-A3B9-4B9C-A73B-E06E4D4228E1}" type="pres">
      <dgm:prSet presAssocID="{D9B8DAD3-9CDE-4D4D-8B2E-CF5D269C48C5}" presName="FourConn_1-2" presStyleLbl="fgAccFollowNode1" presStyleIdx="0" presStyleCnt="3">
        <dgm:presLayoutVars>
          <dgm:bulletEnabled val="1"/>
        </dgm:presLayoutVars>
      </dgm:prSet>
      <dgm:spPr/>
    </dgm:pt>
    <dgm:pt modelId="{26DC9EE7-D3FA-4E2B-891E-56F1554B7E1E}" type="pres">
      <dgm:prSet presAssocID="{D9B8DAD3-9CDE-4D4D-8B2E-CF5D269C48C5}" presName="FourConn_2-3" presStyleLbl="fgAccFollowNode1" presStyleIdx="1" presStyleCnt="3">
        <dgm:presLayoutVars>
          <dgm:bulletEnabled val="1"/>
        </dgm:presLayoutVars>
      </dgm:prSet>
      <dgm:spPr/>
    </dgm:pt>
    <dgm:pt modelId="{4DC99F22-41FA-43FF-839A-F3FA30C6C525}" type="pres">
      <dgm:prSet presAssocID="{D9B8DAD3-9CDE-4D4D-8B2E-CF5D269C48C5}" presName="FourConn_3-4" presStyleLbl="fgAccFollowNode1" presStyleIdx="2" presStyleCnt="3">
        <dgm:presLayoutVars>
          <dgm:bulletEnabled val="1"/>
        </dgm:presLayoutVars>
      </dgm:prSet>
      <dgm:spPr/>
    </dgm:pt>
    <dgm:pt modelId="{C533C92E-B650-497F-B93B-82D273EB8FFB}" type="pres">
      <dgm:prSet presAssocID="{D9B8DAD3-9CDE-4D4D-8B2E-CF5D269C48C5}" presName="FourNodes_1_text" presStyleLbl="node1" presStyleIdx="3" presStyleCnt="4">
        <dgm:presLayoutVars>
          <dgm:bulletEnabled val="1"/>
        </dgm:presLayoutVars>
      </dgm:prSet>
      <dgm:spPr/>
    </dgm:pt>
    <dgm:pt modelId="{949152BE-7D2E-4CE7-B02E-A176F39D7DE7}" type="pres">
      <dgm:prSet presAssocID="{D9B8DAD3-9CDE-4D4D-8B2E-CF5D269C48C5}" presName="FourNodes_2_text" presStyleLbl="node1" presStyleIdx="3" presStyleCnt="4">
        <dgm:presLayoutVars>
          <dgm:bulletEnabled val="1"/>
        </dgm:presLayoutVars>
      </dgm:prSet>
      <dgm:spPr/>
    </dgm:pt>
    <dgm:pt modelId="{25D5E2F6-52FA-4B98-AF37-E3607DC69B5D}" type="pres">
      <dgm:prSet presAssocID="{D9B8DAD3-9CDE-4D4D-8B2E-CF5D269C48C5}" presName="FourNodes_3_text" presStyleLbl="node1" presStyleIdx="3" presStyleCnt="4">
        <dgm:presLayoutVars>
          <dgm:bulletEnabled val="1"/>
        </dgm:presLayoutVars>
      </dgm:prSet>
      <dgm:spPr/>
    </dgm:pt>
    <dgm:pt modelId="{262B20EE-FE2B-4FFE-AEF8-CD09990A1511}" type="pres">
      <dgm:prSet presAssocID="{D9B8DAD3-9CDE-4D4D-8B2E-CF5D269C48C5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BBB3180D-9735-43CE-9303-3456DAF27A0F}" type="presOf" srcId="{10E87875-5AB0-48A1-9B2C-ECCEEC614CB0}" destId="{C533C92E-B650-497F-B93B-82D273EB8FFB}" srcOrd="1" destOrd="0" presId="urn:microsoft.com/office/officeart/2005/8/layout/vProcess5"/>
    <dgm:cxn modelId="{050CCF14-67D8-4821-AC4C-12DA4DB8B5B4}" srcId="{D9B8DAD3-9CDE-4D4D-8B2E-CF5D269C48C5}" destId="{DD4D68E4-1ACF-48D8-84E5-357F0613577D}" srcOrd="3" destOrd="0" parTransId="{8760608A-F87B-4301-AFC4-8AB8C044F6BA}" sibTransId="{165B6589-8299-43D6-BFD5-6CA7359FA1A6}"/>
    <dgm:cxn modelId="{4028211D-CFE6-42BA-B277-FADE2EA2642F}" type="presOf" srcId="{4943F7EC-DA84-476E-986F-408FFA46061B}" destId="{949152BE-7D2E-4CE7-B02E-A176F39D7DE7}" srcOrd="1" destOrd="0" presId="urn:microsoft.com/office/officeart/2005/8/layout/vProcess5"/>
    <dgm:cxn modelId="{78C9D11D-7C18-4992-A759-1A0A46C5E009}" srcId="{D9B8DAD3-9CDE-4D4D-8B2E-CF5D269C48C5}" destId="{4943F7EC-DA84-476E-986F-408FFA46061B}" srcOrd="1" destOrd="0" parTransId="{47C31391-FF8D-4369-B5A7-C9679056BE92}" sibTransId="{3A468186-F5F6-4166-9101-CD5FA2DB7D23}"/>
    <dgm:cxn modelId="{006B0C1F-E5EF-4CB2-B4B1-B5C994797123}" type="presOf" srcId="{4B6E5091-BA8D-41EB-A137-D30928ED42D2}" destId="{0FB4C432-A3B9-4B9C-A73B-E06E4D4228E1}" srcOrd="0" destOrd="0" presId="urn:microsoft.com/office/officeart/2005/8/layout/vProcess5"/>
    <dgm:cxn modelId="{FC70D927-6693-4C27-A82B-D9BFE0FF8BE0}" type="presOf" srcId="{DD4D68E4-1ACF-48D8-84E5-357F0613577D}" destId="{262B20EE-FE2B-4FFE-AEF8-CD09990A1511}" srcOrd="1" destOrd="0" presId="urn:microsoft.com/office/officeart/2005/8/layout/vProcess5"/>
    <dgm:cxn modelId="{7B6F2635-A32F-459A-BE46-F3C282505302}" type="presOf" srcId="{3A468186-F5F6-4166-9101-CD5FA2DB7D23}" destId="{26DC9EE7-D3FA-4E2B-891E-56F1554B7E1E}" srcOrd="0" destOrd="0" presId="urn:microsoft.com/office/officeart/2005/8/layout/vProcess5"/>
    <dgm:cxn modelId="{1347B937-2508-4989-89BA-AF98D5B2954D}" type="presOf" srcId="{10E87875-5AB0-48A1-9B2C-ECCEEC614CB0}" destId="{03407712-B5CC-43F0-A8DF-EE83E5E92A42}" srcOrd="0" destOrd="0" presId="urn:microsoft.com/office/officeart/2005/8/layout/vProcess5"/>
    <dgm:cxn modelId="{EF1C775C-376D-452F-AB1C-6AFD6EC22DC5}" srcId="{D9B8DAD3-9CDE-4D4D-8B2E-CF5D269C48C5}" destId="{10E87875-5AB0-48A1-9B2C-ECCEEC614CB0}" srcOrd="0" destOrd="0" parTransId="{0A4999CC-EAF3-4E7A-A5F7-FB736B3CDE38}" sibTransId="{4B6E5091-BA8D-41EB-A137-D30928ED42D2}"/>
    <dgm:cxn modelId="{24C1964C-420F-4EA3-81A2-02C85EE5035A}" type="presOf" srcId="{DD4D68E4-1ACF-48D8-84E5-357F0613577D}" destId="{4A90E143-AF78-4D75-A38F-4D2E10F0B44A}" srcOrd="0" destOrd="0" presId="urn:microsoft.com/office/officeart/2005/8/layout/vProcess5"/>
    <dgm:cxn modelId="{066C274F-FAAF-4D97-8430-CA7E6DE74425}" type="presOf" srcId="{4943F7EC-DA84-476E-986F-408FFA46061B}" destId="{FD2CFC0C-EC39-4804-A93A-EA5A6B04DF57}" srcOrd="0" destOrd="0" presId="urn:microsoft.com/office/officeart/2005/8/layout/vProcess5"/>
    <dgm:cxn modelId="{ACC81C7B-4A8B-44F8-A20B-03FCB4E4FE8E}" srcId="{D9B8DAD3-9CDE-4D4D-8B2E-CF5D269C48C5}" destId="{43DED15D-FC67-4F2E-A60E-77AE3F015530}" srcOrd="2" destOrd="0" parTransId="{372E59BB-BD92-4D15-8D47-293B0B7A765C}" sibTransId="{3B52C694-69BF-427D-B8C2-B3BBCA0AA3AA}"/>
    <dgm:cxn modelId="{6F83EA93-E8F8-4001-B021-C74D1AB1A9FA}" type="presOf" srcId="{3B52C694-69BF-427D-B8C2-B3BBCA0AA3AA}" destId="{4DC99F22-41FA-43FF-839A-F3FA30C6C525}" srcOrd="0" destOrd="0" presId="urn:microsoft.com/office/officeart/2005/8/layout/vProcess5"/>
    <dgm:cxn modelId="{532ABAB7-6AA4-4E36-A54B-DF26CC1F3E47}" type="presOf" srcId="{D9B8DAD3-9CDE-4D4D-8B2E-CF5D269C48C5}" destId="{D69E49F7-2062-4D65-BEE7-F7F0BA723823}" srcOrd="0" destOrd="0" presId="urn:microsoft.com/office/officeart/2005/8/layout/vProcess5"/>
    <dgm:cxn modelId="{E2F3A2F1-0681-4BB1-B46D-289FCCFE6E14}" type="presOf" srcId="{43DED15D-FC67-4F2E-A60E-77AE3F015530}" destId="{E2BCDC4E-917D-4AE8-B032-C57D6BB3AE28}" srcOrd="0" destOrd="0" presId="urn:microsoft.com/office/officeart/2005/8/layout/vProcess5"/>
    <dgm:cxn modelId="{535078F3-9614-4C75-9D04-B9CA898CE4D4}" type="presOf" srcId="{43DED15D-FC67-4F2E-A60E-77AE3F015530}" destId="{25D5E2F6-52FA-4B98-AF37-E3607DC69B5D}" srcOrd="1" destOrd="0" presId="urn:microsoft.com/office/officeart/2005/8/layout/vProcess5"/>
    <dgm:cxn modelId="{034DC07E-AC84-4584-8449-F1D8BA26E669}" type="presParOf" srcId="{D69E49F7-2062-4D65-BEE7-F7F0BA723823}" destId="{3C27D824-A515-4A71-AD2B-D99A09328832}" srcOrd="0" destOrd="0" presId="urn:microsoft.com/office/officeart/2005/8/layout/vProcess5"/>
    <dgm:cxn modelId="{38D155EC-BB88-4574-B5D9-F8DCC572C3D9}" type="presParOf" srcId="{D69E49F7-2062-4D65-BEE7-F7F0BA723823}" destId="{03407712-B5CC-43F0-A8DF-EE83E5E92A42}" srcOrd="1" destOrd="0" presId="urn:microsoft.com/office/officeart/2005/8/layout/vProcess5"/>
    <dgm:cxn modelId="{6AD29E04-CA0E-47E3-9E51-AE1432220EAD}" type="presParOf" srcId="{D69E49F7-2062-4D65-BEE7-F7F0BA723823}" destId="{FD2CFC0C-EC39-4804-A93A-EA5A6B04DF57}" srcOrd="2" destOrd="0" presId="urn:microsoft.com/office/officeart/2005/8/layout/vProcess5"/>
    <dgm:cxn modelId="{D711AC02-1AC6-4C9D-AD96-A49D8038DF86}" type="presParOf" srcId="{D69E49F7-2062-4D65-BEE7-F7F0BA723823}" destId="{E2BCDC4E-917D-4AE8-B032-C57D6BB3AE28}" srcOrd="3" destOrd="0" presId="urn:microsoft.com/office/officeart/2005/8/layout/vProcess5"/>
    <dgm:cxn modelId="{8055B172-BE50-4B28-8C05-17165D120E63}" type="presParOf" srcId="{D69E49F7-2062-4D65-BEE7-F7F0BA723823}" destId="{4A90E143-AF78-4D75-A38F-4D2E10F0B44A}" srcOrd="4" destOrd="0" presId="urn:microsoft.com/office/officeart/2005/8/layout/vProcess5"/>
    <dgm:cxn modelId="{5815A22F-202B-4B4F-B71C-B01E8EC33639}" type="presParOf" srcId="{D69E49F7-2062-4D65-BEE7-F7F0BA723823}" destId="{0FB4C432-A3B9-4B9C-A73B-E06E4D4228E1}" srcOrd="5" destOrd="0" presId="urn:microsoft.com/office/officeart/2005/8/layout/vProcess5"/>
    <dgm:cxn modelId="{880B529B-321B-44FB-816F-F0ED0B19DB47}" type="presParOf" srcId="{D69E49F7-2062-4D65-BEE7-F7F0BA723823}" destId="{26DC9EE7-D3FA-4E2B-891E-56F1554B7E1E}" srcOrd="6" destOrd="0" presId="urn:microsoft.com/office/officeart/2005/8/layout/vProcess5"/>
    <dgm:cxn modelId="{9A4C6470-8F2B-46BA-91AE-429F9BCAF2E6}" type="presParOf" srcId="{D69E49F7-2062-4D65-BEE7-F7F0BA723823}" destId="{4DC99F22-41FA-43FF-839A-F3FA30C6C525}" srcOrd="7" destOrd="0" presId="urn:microsoft.com/office/officeart/2005/8/layout/vProcess5"/>
    <dgm:cxn modelId="{21FEAFD4-4801-486E-B80B-3D1289D87551}" type="presParOf" srcId="{D69E49F7-2062-4D65-BEE7-F7F0BA723823}" destId="{C533C92E-B650-497F-B93B-82D273EB8FFB}" srcOrd="8" destOrd="0" presId="urn:microsoft.com/office/officeart/2005/8/layout/vProcess5"/>
    <dgm:cxn modelId="{7AE1F6F4-F6D0-465B-B0FC-C4ED8640ACDE}" type="presParOf" srcId="{D69E49F7-2062-4D65-BEE7-F7F0BA723823}" destId="{949152BE-7D2E-4CE7-B02E-A176F39D7DE7}" srcOrd="9" destOrd="0" presId="urn:microsoft.com/office/officeart/2005/8/layout/vProcess5"/>
    <dgm:cxn modelId="{AA49A8B4-D047-4E1A-A69D-DAE0D4E9416E}" type="presParOf" srcId="{D69E49F7-2062-4D65-BEE7-F7F0BA723823}" destId="{25D5E2F6-52FA-4B98-AF37-E3607DC69B5D}" srcOrd="10" destOrd="0" presId="urn:microsoft.com/office/officeart/2005/8/layout/vProcess5"/>
    <dgm:cxn modelId="{81AC6AB9-58DB-4A45-8AE0-3FF187727CB7}" type="presParOf" srcId="{D69E49F7-2062-4D65-BEE7-F7F0BA723823}" destId="{262B20EE-FE2B-4FFE-AEF8-CD09990A1511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7F9C96C-F5B0-40E0-8803-3ED4A77194AD}">
      <dsp:nvSpPr>
        <dsp:cNvPr id="0" name=""/>
        <dsp:cNvSpPr/>
      </dsp:nvSpPr>
      <dsp:spPr>
        <a:xfrm>
          <a:off x="512866" y="498170"/>
          <a:ext cx="1731611" cy="865805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/>
            <a:t>Economic theory links many variables.</a:t>
          </a:r>
          <a:endParaRPr lang="en-US" sz="1200" kern="1200"/>
        </a:p>
      </dsp:txBody>
      <dsp:txXfrm>
        <a:off x="538225" y="523529"/>
        <a:ext cx="1680893" cy="815087"/>
      </dsp:txXfrm>
    </dsp:sp>
    <dsp:sp modelId="{7008AE5B-AC43-4D46-915D-571141FABC82}">
      <dsp:nvSpPr>
        <dsp:cNvPr id="0" name=""/>
        <dsp:cNvSpPr/>
      </dsp:nvSpPr>
      <dsp:spPr>
        <a:xfrm rot="19457599">
          <a:off x="2164302" y="664246"/>
          <a:ext cx="852994" cy="35815"/>
        </a:xfrm>
        <a:custGeom>
          <a:avLst/>
          <a:gdLst/>
          <a:ahLst/>
          <a:cxnLst/>
          <a:rect l="0" t="0" r="0" b="0"/>
          <a:pathLst>
            <a:path>
              <a:moveTo>
                <a:pt x="0" y="17907"/>
              </a:moveTo>
              <a:lnTo>
                <a:pt x="852994" y="17907"/>
              </a:lnTo>
            </a:path>
          </a:pathLst>
        </a:custGeom>
        <a:noFill/>
        <a:ln w="12700" cap="flat" cmpd="sng" algn="ctr">
          <a:solidFill>
            <a:schemeClr val="accent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569475" y="660829"/>
        <a:ext cx="42649" cy="42649"/>
      </dsp:txXfrm>
    </dsp:sp>
    <dsp:sp modelId="{D8C73660-7D7D-473E-85FD-CD26BA2D4B6D}">
      <dsp:nvSpPr>
        <dsp:cNvPr id="0" name=""/>
        <dsp:cNvSpPr/>
      </dsp:nvSpPr>
      <dsp:spPr>
        <a:xfrm>
          <a:off x="2937122" y="331"/>
          <a:ext cx="1731611" cy="865805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/>
            <a:t>Keynes Model</a:t>
          </a:r>
          <a:endParaRPr lang="en-US" sz="1200" kern="1200"/>
        </a:p>
      </dsp:txBody>
      <dsp:txXfrm>
        <a:off x="2962481" y="25690"/>
        <a:ext cx="1680893" cy="815087"/>
      </dsp:txXfrm>
    </dsp:sp>
    <dsp:sp modelId="{E2122EEF-E723-4655-941D-B31AE640B3CD}">
      <dsp:nvSpPr>
        <dsp:cNvPr id="0" name=""/>
        <dsp:cNvSpPr/>
      </dsp:nvSpPr>
      <dsp:spPr>
        <a:xfrm rot="2142401">
          <a:off x="2164302" y="1162084"/>
          <a:ext cx="852994" cy="35815"/>
        </a:xfrm>
        <a:custGeom>
          <a:avLst/>
          <a:gdLst/>
          <a:ahLst/>
          <a:cxnLst/>
          <a:rect l="0" t="0" r="0" b="0"/>
          <a:pathLst>
            <a:path>
              <a:moveTo>
                <a:pt x="0" y="17907"/>
              </a:moveTo>
              <a:lnTo>
                <a:pt x="852994" y="17907"/>
              </a:lnTo>
            </a:path>
          </a:pathLst>
        </a:custGeom>
        <a:noFill/>
        <a:ln w="12700" cap="flat" cmpd="sng" algn="ctr">
          <a:solidFill>
            <a:schemeClr val="accent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569475" y="1158667"/>
        <a:ext cx="42649" cy="42649"/>
      </dsp:txXfrm>
    </dsp:sp>
    <dsp:sp modelId="{DA92484B-041C-48C6-95D4-14ACFE72DB2A}">
      <dsp:nvSpPr>
        <dsp:cNvPr id="0" name=""/>
        <dsp:cNvSpPr/>
      </dsp:nvSpPr>
      <dsp:spPr>
        <a:xfrm>
          <a:off x="2937122" y="996008"/>
          <a:ext cx="1731611" cy="865805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/>
            <a:t>Utility maximisation</a:t>
          </a:r>
          <a:endParaRPr lang="en-US" sz="1200" kern="1200"/>
        </a:p>
      </dsp:txBody>
      <dsp:txXfrm>
        <a:off x="2962481" y="1021367"/>
        <a:ext cx="1680893" cy="815087"/>
      </dsp:txXfrm>
    </dsp:sp>
    <dsp:sp modelId="{D0395758-ECA8-4AD2-96B6-38F5AE384CB2}">
      <dsp:nvSpPr>
        <dsp:cNvPr id="0" name=""/>
        <dsp:cNvSpPr/>
      </dsp:nvSpPr>
      <dsp:spPr>
        <a:xfrm>
          <a:off x="512866" y="1493846"/>
          <a:ext cx="1731611" cy="865805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/>
            <a:t>Regression estimates how changes in one variable affect another.</a:t>
          </a:r>
          <a:endParaRPr lang="en-US" sz="1200" kern="1200"/>
        </a:p>
      </dsp:txBody>
      <dsp:txXfrm>
        <a:off x="538225" y="1519205"/>
        <a:ext cx="1680893" cy="815087"/>
      </dsp:txXfrm>
    </dsp:sp>
    <dsp:sp modelId="{DE86A683-8E8C-44A8-AFDB-F76C427B21A7}">
      <dsp:nvSpPr>
        <dsp:cNvPr id="0" name=""/>
        <dsp:cNvSpPr/>
      </dsp:nvSpPr>
      <dsp:spPr>
        <a:xfrm>
          <a:off x="512866" y="2489523"/>
          <a:ext cx="1731611" cy="865805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/>
            <a:t>Regression models rely on assumptions.</a:t>
          </a:r>
          <a:endParaRPr lang="en-US" sz="1200" kern="1200"/>
        </a:p>
      </dsp:txBody>
      <dsp:txXfrm>
        <a:off x="538225" y="2514882"/>
        <a:ext cx="1680893" cy="815087"/>
      </dsp:txXfrm>
    </dsp:sp>
    <dsp:sp modelId="{99345469-A908-4EC5-85AB-EDAEB3F0B8A5}">
      <dsp:nvSpPr>
        <dsp:cNvPr id="0" name=""/>
        <dsp:cNvSpPr/>
      </dsp:nvSpPr>
      <dsp:spPr>
        <a:xfrm>
          <a:off x="512866" y="3485200"/>
          <a:ext cx="1731611" cy="865805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/>
            <a:t>The continuous variable </a:t>
          </a:r>
          <a:r>
            <a:rPr lang="en-GB" sz="1200" i="1" kern="1200"/>
            <a:t>y</a:t>
          </a:r>
          <a:r>
            <a:rPr lang="en-GB" sz="1200" kern="1200"/>
            <a:t> has a probability density function (PDF).The PDF of </a:t>
          </a:r>
          <a:r>
            <a:rPr lang="en-GB" sz="1200" i="1" kern="1200"/>
            <a:t>y</a:t>
          </a:r>
          <a:r>
            <a:rPr lang="en-GB" sz="1200" kern="1200"/>
            <a:t> is conditional on </a:t>
          </a:r>
          <a:r>
            <a:rPr lang="en-GB" sz="1200" i="1" kern="1200"/>
            <a:t>x</a:t>
          </a:r>
          <a:r>
            <a:rPr lang="en-GB" sz="1200" kern="1200"/>
            <a:t>.</a:t>
          </a:r>
          <a:endParaRPr lang="en-US" sz="1200" kern="1200"/>
        </a:p>
      </dsp:txBody>
      <dsp:txXfrm>
        <a:off x="538225" y="3510559"/>
        <a:ext cx="1680893" cy="81508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3407712-B5CC-43F0-A8DF-EE83E5E92A42}">
      <dsp:nvSpPr>
        <dsp:cNvPr id="0" name=""/>
        <dsp:cNvSpPr/>
      </dsp:nvSpPr>
      <dsp:spPr>
        <a:xfrm>
          <a:off x="0" y="0"/>
          <a:ext cx="8412480" cy="95729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How does weekly food expenditure vary with household income?</a:t>
          </a:r>
        </a:p>
      </dsp:txBody>
      <dsp:txXfrm>
        <a:off x="28038" y="28038"/>
        <a:ext cx="7298593" cy="901218"/>
      </dsp:txXfrm>
    </dsp:sp>
    <dsp:sp modelId="{FD2CFC0C-EC39-4804-A93A-EA5A6B04DF57}">
      <dsp:nvSpPr>
        <dsp:cNvPr id="0" name=""/>
        <dsp:cNvSpPr/>
      </dsp:nvSpPr>
      <dsp:spPr>
        <a:xfrm>
          <a:off x="704545" y="1131347"/>
          <a:ext cx="8412480" cy="95729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Economic theory suggests a positive relationship.</a:t>
          </a:r>
        </a:p>
      </dsp:txBody>
      <dsp:txXfrm>
        <a:off x="732583" y="1159385"/>
        <a:ext cx="7029617" cy="901218"/>
      </dsp:txXfrm>
    </dsp:sp>
    <dsp:sp modelId="{E2BCDC4E-917D-4AE8-B032-C57D6BB3AE28}">
      <dsp:nvSpPr>
        <dsp:cNvPr id="0" name=""/>
        <dsp:cNvSpPr/>
      </dsp:nvSpPr>
      <dsp:spPr>
        <a:xfrm>
          <a:off x="1398574" y="2262695"/>
          <a:ext cx="8412480" cy="95729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A hypothetical rule: food expenditure = 80 + 0.12 × income.</a:t>
          </a:r>
        </a:p>
      </dsp:txBody>
      <dsp:txXfrm>
        <a:off x="1426612" y="2290733"/>
        <a:ext cx="7040133" cy="901218"/>
      </dsp:txXfrm>
    </dsp:sp>
    <dsp:sp modelId="{4A90E143-AF78-4D75-A38F-4D2E10F0B44A}">
      <dsp:nvSpPr>
        <dsp:cNvPr id="0" name=""/>
        <dsp:cNvSpPr/>
      </dsp:nvSpPr>
      <dsp:spPr>
        <a:xfrm>
          <a:off x="2103119" y="3394043"/>
          <a:ext cx="8412480" cy="95729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Here, both expenditure and income are measured in dollars.</a:t>
          </a:r>
        </a:p>
      </dsp:txBody>
      <dsp:txXfrm>
        <a:off x="2131157" y="3422081"/>
        <a:ext cx="7029617" cy="901218"/>
      </dsp:txXfrm>
    </dsp:sp>
    <dsp:sp modelId="{0FB4C432-A3B9-4B9C-A73B-E06E4D4228E1}">
      <dsp:nvSpPr>
        <dsp:cNvPr id="0" name=""/>
        <dsp:cNvSpPr/>
      </dsp:nvSpPr>
      <dsp:spPr>
        <a:xfrm>
          <a:off x="7790238" y="733200"/>
          <a:ext cx="622241" cy="622241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6830" tIns="36830" rIns="36830" bIns="3683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900" kern="1200"/>
        </a:p>
      </dsp:txBody>
      <dsp:txXfrm>
        <a:off x="7930242" y="733200"/>
        <a:ext cx="342233" cy="468236"/>
      </dsp:txXfrm>
    </dsp:sp>
    <dsp:sp modelId="{26DC9EE7-D3FA-4E2B-891E-56F1554B7E1E}">
      <dsp:nvSpPr>
        <dsp:cNvPr id="0" name=""/>
        <dsp:cNvSpPr/>
      </dsp:nvSpPr>
      <dsp:spPr>
        <a:xfrm>
          <a:off x="8494783" y="1864548"/>
          <a:ext cx="622241" cy="622241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6830" tIns="36830" rIns="36830" bIns="3683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900" kern="1200"/>
        </a:p>
      </dsp:txBody>
      <dsp:txXfrm>
        <a:off x="8634787" y="1864548"/>
        <a:ext cx="342233" cy="468236"/>
      </dsp:txXfrm>
    </dsp:sp>
    <dsp:sp modelId="{4DC99F22-41FA-43FF-839A-F3FA30C6C525}">
      <dsp:nvSpPr>
        <dsp:cNvPr id="0" name=""/>
        <dsp:cNvSpPr/>
      </dsp:nvSpPr>
      <dsp:spPr>
        <a:xfrm>
          <a:off x="9188813" y="2995896"/>
          <a:ext cx="622241" cy="622241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6830" tIns="36830" rIns="36830" bIns="3683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900" kern="1200"/>
        </a:p>
      </dsp:txBody>
      <dsp:txXfrm>
        <a:off x="9328817" y="2995896"/>
        <a:ext cx="342233" cy="46823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b-N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B750899-3D14-4A38-B0C5-4D2CF77B5B8A}" type="datetimeFigureOut">
              <a:rPr lang="nb-NO" smtClean="0"/>
              <a:t>09.09.2026</a:t>
            </a:fld>
            <a:endParaRPr lang="nb-N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b-N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E35F46-3402-4F9A-A575-76C8BB429A56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77481432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top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b-NO"/>
          </a:p>
        </p:txBody>
      </p:sp>
      <p:sp>
        <p:nvSpPr>
          <p:cNvPr id="3" name="Plassholder for dato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21C9F6-E74F-4DA3-BC0D-CA7D0255F1B2}" type="datetimeFigureOut">
              <a:rPr lang="nb-NO" smtClean="0"/>
              <a:t>09.09.2026</a:t>
            </a:fld>
            <a:endParaRPr lang="nb-NO"/>
          </a:p>
        </p:txBody>
      </p:sp>
      <p:sp>
        <p:nvSpPr>
          <p:cNvPr id="4" name="Plassholder for lysbil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b-NO"/>
          </a:p>
        </p:txBody>
      </p:sp>
      <p:sp>
        <p:nvSpPr>
          <p:cNvPr id="5" name="Plassholder for nota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6" name="Plassholder for bunn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b-NO"/>
          </a:p>
        </p:txBody>
      </p:sp>
      <p:sp>
        <p:nvSpPr>
          <p:cNvPr id="7" name="Plassholder for lysbilde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D4739E-9C57-4AE7-B15C-C6DCE23E91D8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626632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b-N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D4739E-9C57-4AE7-B15C-C6DCE23E91D8}" type="slidenum">
              <a:rPr lang="nb-NO" smtClean="0"/>
              <a:t>1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9626563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lysbil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ssholder for nota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Economic theory suggests many relationships between economic variables</a:t>
            </a:r>
          </a:p>
          <a:p>
            <a:r>
              <a:rPr lang="en-GB" dirty="0"/>
              <a:t>A regression model is helpful in questions such as the following if one variable changes in a certain way, by how much will another variable change?</a:t>
            </a:r>
          </a:p>
          <a:p>
            <a:r>
              <a:rPr lang="en-GB" dirty="0"/>
              <a:t>The regression model is based on assumptions</a:t>
            </a:r>
          </a:p>
          <a:p>
            <a:r>
              <a:rPr lang="en-GB" dirty="0"/>
              <a:t>The continuous random variable y has a probability density function (pdf)</a:t>
            </a:r>
          </a:p>
          <a:p>
            <a:r>
              <a:rPr lang="en-GB" dirty="0"/>
              <a:t>The pdf  is a conditional probability density function since it is ‘‘conditional’’ upon an x</a:t>
            </a:r>
          </a:p>
          <a:p>
            <a:endParaRPr lang="nb-NO" dirty="0"/>
          </a:p>
        </p:txBody>
      </p:sp>
      <p:sp>
        <p:nvSpPr>
          <p:cNvPr id="4" name="Plassholder for lysbil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D4739E-9C57-4AE7-B15C-C6DCE23E91D8}" type="slidenum">
              <a:rPr lang="nb-NO" smtClean="0"/>
              <a:t>3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7317289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lysbil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ssholder for nota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Hill, Griffiths and Lim, Principles of Econometrics, 5th edition, Chapter 2, 2.1 An economic model. Course source: Book md/chapter-02-simple-linear-regression.md. Design reference: Old lectures/ch02.pptx.</a:t>
            </a:r>
          </a:p>
          <a:p>
            <a:r>
              <a:rPr lang="en-US" dirty="0"/>
              <a:t>R section 1. An extra $100 of income gives an extra $10 of spending under this hypothetical rule. This is a teaching example, not an estimated equation.</a:t>
            </a:r>
          </a:p>
          <a:p>
            <a:endParaRPr lang="en-GB" dirty="0"/>
          </a:p>
        </p:txBody>
      </p:sp>
      <p:sp>
        <p:nvSpPr>
          <p:cNvPr id="4" name="Plassholder for lysbil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D4739E-9C57-4AE7-B15C-C6DCE23E91D8}" type="slidenum">
              <a:rPr lang="nb-NO" smtClean="0"/>
              <a:t>4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5112118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lysbil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ssholder for nota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About 4 minutes. Do not reveal the answer immediately. After the vote, draw axes and the line by hand. Mark a horizontal change of 100 and a vertical change of 10. State that slope always carries units.</a:t>
            </a:r>
          </a:p>
          <a:p>
            <a:endParaRPr lang="nb-NO" dirty="0"/>
          </a:p>
        </p:txBody>
      </p:sp>
      <p:sp>
        <p:nvSpPr>
          <p:cNvPr id="4" name="Plassholder for lysbil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D4739E-9C57-4AE7-B15C-C6DCE23E91D8}" type="slidenum">
              <a:rPr lang="nb-NO" smtClean="0"/>
              <a:t>5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087189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C6ECBB-5222-F631-A79E-C33E472858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lysbilde 1">
            <a:extLst>
              <a:ext uri="{FF2B5EF4-FFF2-40B4-BE49-F238E27FC236}">
                <a16:creationId xmlns:a16="http://schemas.microsoft.com/office/drawing/2014/main" id="{9F7466BF-5277-A026-C7DE-1EB8670A38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ssholder for notater 2">
            <a:extLst>
              <a:ext uri="{FF2B5EF4-FFF2-40B4-BE49-F238E27FC236}">
                <a16:creationId xmlns:a16="http://schemas.microsoft.com/office/drawing/2014/main" id="{8FAF012D-F7BF-B922-B2B1-83272C4236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About 4 minutes. Do not reveal the answer immediately. After the vote, draw axes and the line by hand. Mark a horizontal change of 100 and a vertical change of 10. State that slope always carries units.</a:t>
            </a:r>
          </a:p>
          <a:p>
            <a:endParaRPr lang="nb-NO" dirty="0"/>
          </a:p>
        </p:txBody>
      </p:sp>
      <p:sp>
        <p:nvSpPr>
          <p:cNvPr id="4" name="Plassholder for lysbildenummer 3">
            <a:extLst>
              <a:ext uri="{FF2B5EF4-FFF2-40B4-BE49-F238E27FC236}">
                <a16:creationId xmlns:a16="http://schemas.microsoft.com/office/drawing/2014/main" id="{554588E1-C62B-F4BC-CE73-25FDD04E57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D4739E-9C57-4AE7-B15C-C6DCE23E91D8}" type="slidenum">
              <a:rPr lang="nb-NO" smtClean="0"/>
              <a:t>6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6630957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17F4EB-757B-6A20-BE4F-691DAB57D4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lysbilde 1">
            <a:extLst>
              <a:ext uri="{FF2B5EF4-FFF2-40B4-BE49-F238E27FC236}">
                <a16:creationId xmlns:a16="http://schemas.microsoft.com/office/drawing/2014/main" id="{6F1EEF68-C58A-3665-997F-74014701F2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ssholder for notater 2">
            <a:extLst>
              <a:ext uri="{FF2B5EF4-FFF2-40B4-BE49-F238E27FC236}">
                <a16:creationId xmlns:a16="http://schemas.microsoft.com/office/drawing/2014/main" id="{638FDB2A-91AB-5400-B941-E5D39591C1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About 4 minutes. Do not reveal the answer immediately. After the vote, draw axes and the line by hand. Mark a horizontal change of 100 and a vertical change of 10. State that slope always carries units.</a:t>
            </a:r>
          </a:p>
          <a:p>
            <a:endParaRPr lang="nb-NO" dirty="0"/>
          </a:p>
        </p:txBody>
      </p:sp>
      <p:sp>
        <p:nvSpPr>
          <p:cNvPr id="4" name="Plassholder for lysbildenummer 3">
            <a:extLst>
              <a:ext uri="{FF2B5EF4-FFF2-40B4-BE49-F238E27FC236}">
                <a16:creationId xmlns:a16="http://schemas.microsoft.com/office/drawing/2014/main" id="{4BDC6EFE-11BD-2DBD-1947-49D5B44D4CC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D4739E-9C57-4AE7-B15C-C6DCE23E91D8}" type="slidenum">
              <a:rPr lang="nb-NO" smtClean="0"/>
              <a:t>8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25671014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lysbilde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lassholder for notat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nb-NO" dirty="0"/>
                  <a:t>SR1 is just </a:t>
                </a:r>
                <a:r>
                  <a:rPr lang="nb-NO" dirty="0" err="1"/>
                  <a:t>the</a:t>
                </a:r>
                <a:r>
                  <a:rPr lang="nb-NO" dirty="0"/>
                  <a:t> </a:t>
                </a:r>
                <a:r>
                  <a:rPr lang="nb-NO" dirty="0" err="1"/>
                  <a:t>starting</a:t>
                </a:r>
                <a:r>
                  <a:rPr lang="nb-NO" dirty="0"/>
                  <a:t> </a:t>
                </a:r>
                <a:r>
                  <a:rPr lang="nb-NO" dirty="0" err="1"/>
                  <a:t>point</a:t>
                </a:r>
                <a:r>
                  <a:rPr lang="nb-NO" dirty="0"/>
                  <a:t>. It </a:t>
                </a:r>
                <a:r>
                  <a:rPr lang="nb-NO" dirty="0" err="1"/>
                  <a:t>says</a:t>
                </a:r>
                <a:r>
                  <a:rPr lang="nb-NO" dirty="0"/>
                  <a:t> </a:t>
                </a:r>
                <a:r>
                  <a:rPr lang="nb-NO" dirty="0" err="1"/>
                  <a:t>that</a:t>
                </a:r>
                <a:r>
                  <a:rPr lang="nb-NO" dirty="0"/>
                  <a:t> </a:t>
                </a:r>
                <a:r>
                  <a:rPr lang="nb-NO" dirty="0" err="1"/>
                  <a:t>we</a:t>
                </a:r>
                <a:r>
                  <a:rPr lang="nb-NO" dirty="0"/>
                  <a:t> </a:t>
                </a:r>
                <a:r>
                  <a:rPr lang="nb-NO" dirty="0" err="1"/>
                  <a:t>model</a:t>
                </a:r>
                <a:r>
                  <a:rPr lang="nb-NO" dirty="0"/>
                  <a:t> </a:t>
                </a:r>
                <a:r>
                  <a:rPr lang="nb-NO" dirty="0" err="1"/>
                  <a:t>the</a:t>
                </a:r>
                <a:r>
                  <a:rPr lang="nb-NO" dirty="0"/>
                  <a:t> </a:t>
                </a:r>
                <a:r>
                  <a:rPr lang="nb-NO" dirty="0" err="1"/>
                  <a:t>outcome</a:t>
                </a:r>
                <a:r>
                  <a:rPr lang="nb-NO" dirty="0"/>
                  <a:t> as a linear </a:t>
                </a:r>
                <a:r>
                  <a:rPr lang="nb-NO" dirty="0" err="1"/>
                  <a:t>function</a:t>
                </a:r>
                <a:r>
                  <a:rPr lang="nb-NO" dirty="0"/>
                  <a:t> </a:t>
                </a:r>
                <a:r>
                  <a:rPr lang="nb-NO" dirty="0" err="1"/>
                  <a:t>of</a:t>
                </a:r>
                <a:r>
                  <a:rPr lang="nb-NO" dirty="0"/>
                  <a:t> </a:t>
                </a:r>
                <a14:m>
                  <m:oMath xmlns:m="http://schemas.openxmlformats.org/officeDocument/2006/math">
                    <m:r>
                      <a:rPr lang="nb-NO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𝑥</m:t>
                    </m:r>
                  </m:oMath>
                </a14:m>
                <a:r>
                  <a:rPr lang="nb-NO" dirty="0" err="1"/>
                  <a:t>plus</a:t>
                </a:r>
                <a:r>
                  <a:rPr lang="nb-NO" dirty="0"/>
                  <a:t> an </a:t>
                </a:r>
                <a:r>
                  <a:rPr lang="nb-NO" dirty="0" err="1"/>
                  <a:t>error</a:t>
                </a:r>
                <a:r>
                  <a:rPr lang="nb-NO" dirty="0"/>
                  <a:t> term. The </a:t>
                </a:r>
                <a:r>
                  <a:rPr lang="nb-NO" dirty="0" err="1"/>
                  <a:t>error</a:t>
                </a:r>
                <a:r>
                  <a:rPr lang="nb-NO" dirty="0"/>
                  <a:t> term is </a:t>
                </a:r>
                <a:r>
                  <a:rPr lang="nb-NO" dirty="0" err="1"/>
                  <a:t>important</a:t>
                </a:r>
                <a:r>
                  <a:rPr lang="nb-NO" dirty="0"/>
                  <a:t> </a:t>
                </a:r>
                <a:r>
                  <a:rPr lang="nb-NO" dirty="0" err="1"/>
                  <a:t>because</a:t>
                </a:r>
                <a:r>
                  <a:rPr lang="nb-NO" dirty="0"/>
                  <a:t> real-</a:t>
                </a:r>
                <a:r>
                  <a:rPr lang="nb-NO" dirty="0" err="1"/>
                  <a:t>world</a:t>
                </a:r>
                <a:r>
                  <a:rPr lang="nb-NO" dirty="0"/>
                  <a:t> </a:t>
                </a:r>
                <a:r>
                  <a:rPr lang="nb-NO" dirty="0" err="1"/>
                  <a:t>outcomes</a:t>
                </a:r>
                <a:r>
                  <a:rPr lang="nb-NO" dirty="0"/>
                  <a:t> </a:t>
                </a:r>
                <a:r>
                  <a:rPr lang="nb-NO" dirty="0" err="1"/>
                  <a:t>are</a:t>
                </a:r>
                <a:r>
                  <a:rPr lang="nb-NO" dirty="0"/>
                  <a:t> never </a:t>
                </a:r>
                <a:r>
                  <a:rPr lang="nb-NO" dirty="0" err="1"/>
                  <a:t>explained</a:t>
                </a:r>
                <a:r>
                  <a:rPr lang="nb-NO" dirty="0"/>
                  <a:t> </a:t>
                </a:r>
                <a:r>
                  <a:rPr lang="nb-NO" dirty="0" err="1"/>
                  <a:t>perfectly</a:t>
                </a:r>
                <a:r>
                  <a:rPr lang="nb-NO" dirty="0"/>
                  <a:t> by a single variable.</a:t>
                </a:r>
                <a:endParaRPr lang="en-GB" dirty="0"/>
              </a:p>
            </p:txBody>
          </p:sp>
        </mc:Choice>
        <mc:Fallback xmlns="">
          <p:sp>
            <p:nvSpPr>
              <p:cNvPr id="3" name="Plassholder for notat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nb-NO" dirty="0"/>
                  <a:t>SR1 is just </a:t>
                </a:r>
                <a:r>
                  <a:rPr lang="nb-NO" dirty="0" err="1"/>
                  <a:t>the</a:t>
                </a:r>
                <a:r>
                  <a:rPr lang="nb-NO" dirty="0"/>
                  <a:t> </a:t>
                </a:r>
                <a:r>
                  <a:rPr lang="nb-NO" dirty="0" err="1"/>
                  <a:t>starting</a:t>
                </a:r>
                <a:r>
                  <a:rPr lang="nb-NO" dirty="0"/>
                  <a:t> </a:t>
                </a:r>
                <a:r>
                  <a:rPr lang="nb-NO" dirty="0" err="1"/>
                  <a:t>point</a:t>
                </a:r>
                <a:r>
                  <a:rPr lang="nb-NO" dirty="0"/>
                  <a:t>. It </a:t>
                </a:r>
                <a:r>
                  <a:rPr lang="nb-NO" dirty="0" err="1"/>
                  <a:t>says</a:t>
                </a:r>
                <a:r>
                  <a:rPr lang="nb-NO" dirty="0"/>
                  <a:t> </a:t>
                </a:r>
                <a:r>
                  <a:rPr lang="nb-NO" dirty="0" err="1"/>
                  <a:t>that</a:t>
                </a:r>
                <a:r>
                  <a:rPr lang="nb-NO" dirty="0"/>
                  <a:t> </a:t>
                </a:r>
                <a:r>
                  <a:rPr lang="nb-NO" dirty="0" err="1"/>
                  <a:t>we</a:t>
                </a:r>
                <a:r>
                  <a:rPr lang="nb-NO" dirty="0"/>
                  <a:t> </a:t>
                </a:r>
                <a:r>
                  <a:rPr lang="nb-NO" dirty="0" err="1"/>
                  <a:t>model</a:t>
                </a:r>
                <a:r>
                  <a:rPr lang="nb-NO" dirty="0"/>
                  <a:t> </a:t>
                </a:r>
                <a:r>
                  <a:rPr lang="nb-NO" dirty="0" err="1"/>
                  <a:t>the</a:t>
                </a:r>
                <a:r>
                  <a:rPr lang="nb-NO" dirty="0"/>
                  <a:t> </a:t>
                </a:r>
                <a:r>
                  <a:rPr lang="nb-NO" dirty="0" err="1"/>
                  <a:t>outcome</a:t>
                </a:r>
                <a:r>
                  <a:rPr lang="nb-NO" dirty="0"/>
                  <a:t> as a linear </a:t>
                </a:r>
                <a:r>
                  <a:rPr lang="nb-NO" dirty="0" err="1"/>
                  <a:t>function</a:t>
                </a:r>
                <a:r>
                  <a:rPr lang="nb-NO" dirty="0"/>
                  <a:t> </a:t>
                </a:r>
                <a:r>
                  <a:rPr lang="nb-NO" dirty="0" err="1"/>
                  <a:t>of</a:t>
                </a:r>
                <a:r>
                  <a:rPr lang="nb-NO" dirty="0"/>
                  <a:t> </a:t>
                </a:r>
                <a:r>
                  <a:rPr lang="nb-NO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𝑥</a:t>
                </a:r>
                <a:r>
                  <a:rPr lang="nb-NO" dirty="0" err="1"/>
                  <a:t>plus</a:t>
                </a:r>
                <a:r>
                  <a:rPr lang="nb-NO" dirty="0"/>
                  <a:t> an </a:t>
                </a:r>
                <a:r>
                  <a:rPr lang="nb-NO" dirty="0" err="1"/>
                  <a:t>error</a:t>
                </a:r>
                <a:r>
                  <a:rPr lang="nb-NO" dirty="0"/>
                  <a:t> term. The </a:t>
                </a:r>
                <a:r>
                  <a:rPr lang="nb-NO" dirty="0" err="1"/>
                  <a:t>error</a:t>
                </a:r>
                <a:r>
                  <a:rPr lang="nb-NO" dirty="0"/>
                  <a:t> term is </a:t>
                </a:r>
                <a:r>
                  <a:rPr lang="nb-NO" dirty="0" err="1"/>
                  <a:t>important</a:t>
                </a:r>
                <a:r>
                  <a:rPr lang="nb-NO" dirty="0"/>
                  <a:t> </a:t>
                </a:r>
                <a:r>
                  <a:rPr lang="nb-NO" dirty="0" err="1"/>
                  <a:t>because</a:t>
                </a:r>
                <a:r>
                  <a:rPr lang="nb-NO" dirty="0"/>
                  <a:t> real-</a:t>
                </a:r>
                <a:r>
                  <a:rPr lang="nb-NO" dirty="0" err="1"/>
                  <a:t>world</a:t>
                </a:r>
                <a:r>
                  <a:rPr lang="nb-NO" dirty="0"/>
                  <a:t> </a:t>
                </a:r>
                <a:r>
                  <a:rPr lang="nb-NO" dirty="0" err="1"/>
                  <a:t>outcomes</a:t>
                </a:r>
                <a:r>
                  <a:rPr lang="nb-NO" dirty="0"/>
                  <a:t> </a:t>
                </a:r>
                <a:r>
                  <a:rPr lang="nb-NO" dirty="0" err="1"/>
                  <a:t>are</a:t>
                </a:r>
                <a:r>
                  <a:rPr lang="nb-NO" dirty="0"/>
                  <a:t> never </a:t>
                </a:r>
                <a:r>
                  <a:rPr lang="nb-NO" dirty="0" err="1"/>
                  <a:t>explained</a:t>
                </a:r>
                <a:r>
                  <a:rPr lang="nb-NO" dirty="0"/>
                  <a:t> </a:t>
                </a:r>
                <a:r>
                  <a:rPr lang="nb-NO" dirty="0" err="1"/>
                  <a:t>perfectly</a:t>
                </a:r>
                <a:r>
                  <a:rPr lang="nb-NO" dirty="0"/>
                  <a:t> by a single variable.</a:t>
                </a:r>
                <a:endParaRPr lang="en-GB" dirty="0"/>
              </a:p>
            </p:txBody>
          </p:sp>
        </mc:Fallback>
      </mc:AlternateContent>
      <p:sp>
        <p:nvSpPr>
          <p:cNvPr id="4" name="Plassholder for lysbil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D4739E-9C57-4AE7-B15C-C6DCE23E91D8}" type="slidenum">
              <a:rPr lang="nb-NO" smtClean="0"/>
              <a:t>13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42319311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3D02E1-9B31-93DF-4F2B-A466DF22C0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lysbilde 1">
            <a:extLst>
              <a:ext uri="{FF2B5EF4-FFF2-40B4-BE49-F238E27FC236}">
                <a16:creationId xmlns:a16="http://schemas.microsoft.com/office/drawing/2014/main" id="{13B4D916-10C8-0465-D145-40B52577B9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lassholder for notater 2">
                <a:extLst>
                  <a:ext uri="{FF2B5EF4-FFF2-40B4-BE49-F238E27FC236}">
                    <a16:creationId xmlns:a16="http://schemas.microsoft.com/office/drawing/2014/main" id="{5EBC43DF-A27A-3EA3-6A18-756E52455356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nb-NO" b="1" dirty="0" err="1"/>
                  <a:t>Example</a:t>
                </a:r>
                <a:r>
                  <a:rPr lang="nb-NO" b="1" dirty="0"/>
                  <a:t>:</a:t>
                </a:r>
                <a:endParaRPr lang="nb-NO" dirty="0"/>
              </a:p>
              <a:p>
                <a:pPr lvl="0"/>
                <a:r>
                  <a:rPr lang="nb-NO" dirty="0"/>
                  <a:t>In a </a:t>
                </a:r>
                <a:r>
                  <a:rPr lang="nb-NO" dirty="0" err="1"/>
                  <a:t>wage</a:t>
                </a:r>
                <a:r>
                  <a:rPr lang="nb-NO" dirty="0"/>
                  <a:t>–</a:t>
                </a:r>
                <a:r>
                  <a:rPr lang="nb-NO" dirty="0" err="1"/>
                  <a:t>education</a:t>
                </a:r>
                <a:r>
                  <a:rPr lang="nb-NO" dirty="0"/>
                  <a:t> </a:t>
                </a:r>
                <a:r>
                  <a:rPr lang="nb-NO" dirty="0" err="1"/>
                  <a:t>regression</a:t>
                </a:r>
                <a:r>
                  <a:rPr lang="nb-NO" dirty="0"/>
                  <a:t>, </a:t>
                </a:r>
                <a:r>
                  <a:rPr lang="nb-NO" b="1" dirty="0" err="1"/>
                  <a:t>ability</a:t>
                </a:r>
                <a:r>
                  <a:rPr lang="nb-NO" dirty="0"/>
                  <a:t> </a:t>
                </a:r>
                <a:r>
                  <a:rPr lang="nb-NO" dirty="0" err="1"/>
                  <a:t>may</a:t>
                </a:r>
                <a:r>
                  <a:rPr lang="nb-NO" dirty="0"/>
                  <a:t> </a:t>
                </a:r>
                <a:r>
                  <a:rPr lang="nb-NO" dirty="0" err="1"/>
                  <a:t>affect</a:t>
                </a:r>
                <a:r>
                  <a:rPr lang="nb-NO" dirty="0"/>
                  <a:t> </a:t>
                </a:r>
                <a:r>
                  <a:rPr lang="nb-NO" dirty="0" err="1"/>
                  <a:t>both</a:t>
                </a:r>
                <a:r>
                  <a:rPr lang="nb-NO" dirty="0"/>
                  <a:t> </a:t>
                </a:r>
                <a:r>
                  <a:rPr lang="nb-NO" dirty="0" err="1"/>
                  <a:t>education</a:t>
                </a:r>
                <a:r>
                  <a:rPr lang="nb-NO" dirty="0"/>
                  <a:t> and </a:t>
                </a:r>
                <a:r>
                  <a:rPr lang="nb-NO" dirty="0" err="1"/>
                  <a:t>wages</a:t>
                </a:r>
                <a:r>
                  <a:rPr lang="nb-NO" dirty="0"/>
                  <a:t> </a:t>
                </a:r>
              </a:p>
              <a:p>
                <a:pPr lvl="0"/>
                <a:r>
                  <a:rPr lang="nb-NO" dirty="0" err="1"/>
                  <a:t>Then</a:t>
                </a:r>
                <a:r>
                  <a:rPr lang="nb-NO" dirty="0"/>
                  <a:t> </a:t>
                </a:r>
                <a:r>
                  <a:rPr lang="nb-NO" dirty="0" err="1"/>
                  <a:t>education</a:t>
                </a:r>
                <a:r>
                  <a:rPr lang="nb-NO" dirty="0"/>
                  <a:t> </a:t>
                </a:r>
                <a:r>
                  <a:rPr lang="nb-NO" dirty="0" err="1"/>
                  <a:t>may</a:t>
                </a:r>
                <a:r>
                  <a:rPr lang="nb-NO" dirty="0"/>
                  <a:t> be </a:t>
                </a:r>
                <a:r>
                  <a:rPr lang="nb-NO" dirty="0" err="1"/>
                  <a:t>correlated</a:t>
                </a:r>
                <a:r>
                  <a:rPr lang="nb-NO" dirty="0"/>
                  <a:t> </a:t>
                </a:r>
                <a:r>
                  <a:rPr lang="nb-NO" dirty="0" err="1"/>
                  <a:t>with</a:t>
                </a:r>
                <a:r>
                  <a:rPr lang="nb-NO" dirty="0"/>
                  <a:t> </a:t>
                </a:r>
                <a:r>
                  <a:rPr lang="nb-NO" dirty="0" err="1"/>
                  <a:t>the</a:t>
                </a:r>
                <a:r>
                  <a:rPr lang="nb-NO" dirty="0"/>
                  <a:t> </a:t>
                </a:r>
                <a:r>
                  <a:rPr lang="nb-NO" dirty="0" err="1"/>
                  <a:t>error</a:t>
                </a:r>
                <a:r>
                  <a:rPr lang="nb-NO" dirty="0"/>
                  <a:t> term </a:t>
                </a:r>
              </a:p>
              <a:p>
                <a:r>
                  <a:rPr lang="nb-NO" b="1" dirty="0"/>
                  <a:t>Short note / speaker note:</a:t>
                </a:r>
                <a:br>
                  <a:rPr lang="nb-NO" dirty="0"/>
                </a:br>
                <a:r>
                  <a:rPr lang="nb-NO" dirty="0"/>
                  <a:t>This is </a:t>
                </a:r>
                <a:r>
                  <a:rPr lang="nb-NO" dirty="0" err="1"/>
                  <a:t>the</a:t>
                </a:r>
                <a:r>
                  <a:rPr lang="nb-NO" dirty="0"/>
                  <a:t> </a:t>
                </a:r>
                <a:r>
                  <a:rPr lang="nb-NO" dirty="0" err="1"/>
                  <a:t>key</a:t>
                </a:r>
                <a:r>
                  <a:rPr lang="nb-NO" dirty="0"/>
                  <a:t> </a:t>
                </a:r>
                <a:r>
                  <a:rPr lang="nb-NO" dirty="0" err="1"/>
                  <a:t>causal</a:t>
                </a:r>
                <a:r>
                  <a:rPr lang="nb-NO" dirty="0"/>
                  <a:t> </a:t>
                </a:r>
                <a:r>
                  <a:rPr lang="nb-NO" dirty="0" err="1"/>
                  <a:t>assumption</a:t>
                </a:r>
                <a:r>
                  <a:rPr lang="nb-NO" dirty="0"/>
                  <a:t>. It </a:t>
                </a:r>
                <a:r>
                  <a:rPr lang="nb-NO" dirty="0" err="1"/>
                  <a:t>does</a:t>
                </a:r>
                <a:r>
                  <a:rPr lang="nb-NO" dirty="0"/>
                  <a:t> </a:t>
                </a:r>
                <a:r>
                  <a:rPr lang="nb-NO" b="1" dirty="0"/>
                  <a:t>not</a:t>
                </a:r>
                <a:r>
                  <a:rPr lang="nb-NO" dirty="0"/>
                  <a:t> </a:t>
                </a:r>
                <a:r>
                  <a:rPr lang="nb-NO" dirty="0" err="1"/>
                  <a:t>mean</a:t>
                </a:r>
                <a:r>
                  <a:rPr lang="nb-NO" dirty="0"/>
                  <a:t> </a:t>
                </a:r>
                <a:r>
                  <a:rPr lang="nb-NO" dirty="0" err="1"/>
                  <a:t>that</a:t>
                </a:r>
                <a:r>
                  <a:rPr lang="nb-NO" dirty="0"/>
                  <a:t> </a:t>
                </a:r>
                <a:r>
                  <a:rPr lang="nb-NO" dirty="0" err="1"/>
                  <a:t>every</a:t>
                </a:r>
                <a:r>
                  <a:rPr lang="nb-NO" dirty="0"/>
                  <a:t> </a:t>
                </a:r>
                <a:r>
                  <a:rPr lang="nb-NO" dirty="0" err="1"/>
                  <a:t>error</a:t>
                </a:r>
                <a:r>
                  <a:rPr lang="nb-NO" dirty="0"/>
                  <a:t> is zero. It </a:t>
                </a:r>
                <a:r>
                  <a:rPr lang="nb-NO" dirty="0" err="1"/>
                  <a:t>means</a:t>
                </a:r>
                <a:r>
                  <a:rPr lang="nb-NO" dirty="0"/>
                  <a:t> </a:t>
                </a:r>
                <a:r>
                  <a:rPr lang="nb-NO" dirty="0" err="1"/>
                  <a:t>that</a:t>
                </a:r>
                <a:r>
                  <a:rPr lang="nb-NO" dirty="0"/>
                  <a:t>, </a:t>
                </a:r>
                <a:r>
                  <a:rPr lang="nb-NO" dirty="0" err="1"/>
                  <a:t>on</a:t>
                </a:r>
                <a:r>
                  <a:rPr lang="nb-NO" dirty="0"/>
                  <a:t> </a:t>
                </a:r>
                <a:r>
                  <a:rPr lang="nb-NO" dirty="0" err="1"/>
                  <a:t>average</a:t>
                </a:r>
                <a:r>
                  <a:rPr lang="nb-NO" dirty="0"/>
                  <a:t>, </a:t>
                </a:r>
                <a:r>
                  <a:rPr lang="nb-NO" dirty="0" err="1"/>
                  <a:t>the</a:t>
                </a:r>
                <a:r>
                  <a:rPr lang="nb-NO" dirty="0"/>
                  <a:t> </a:t>
                </a:r>
                <a:r>
                  <a:rPr lang="nb-NO" dirty="0" err="1"/>
                  <a:t>omitted</a:t>
                </a:r>
                <a:r>
                  <a:rPr lang="nb-NO" dirty="0"/>
                  <a:t> </a:t>
                </a:r>
                <a:r>
                  <a:rPr lang="nb-NO" dirty="0" err="1"/>
                  <a:t>factors</a:t>
                </a:r>
                <a:r>
                  <a:rPr lang="nb-NO" dirty="0"/>
                  <a:t> do not </a:t>
                </a:r>
                <a:r>
                  <a:rPr lang="nb-NO" dirty="0" err="1"/>
                  <a:t>move</a:t>
                </a:r>
                <a:r>
                  <a:rPr lang="nb-NO" dirty="0"/>
                  <a:t> </a:t>
                </a:r>
                <a:r>
                  <a:rPr lang="nb-NO" dirty="0" err="1"/>
                  <a:t>systematically</a:t>
                </a:r>
                <a:r>
                  <a:rPr lang="nb-NO" dirty="0"/>
                  <a:t> </a:t>
                </a:r>
                <a:r>
                  <a:rPr lang="nb-NO" dirty="0" err="1"/>
                  <a:t>with</a:t>
                </a:r>
                <a:r>
                  <a:rPr lang="nb-NO" dirty="0"/>
                  <a:t> </a:t>
                </a:r>
                <a14:m>
                  <m:oMath xmlns:m="http://schemas.openxmlformats.org/officeDocument/2006/math">
                    <m:r>
                      <a:rPr lang="nb-NO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𝑥</m:t>
                    </m:r>
                  </m:oMath>
                </a14:m>
                <a:r>
                  <a:rPr lang="nb-NO" dirty="0"/>
                  <a:t>. If </a:t>
                </a:r>
                <a:r>
                  <a:rPr lang="nb-NO" dirty="0" err="1"/>
                  <a:t>they</a:t>
                </a:r>
                <a:r>
                  <a:rPr lang="nb-NO" dirty="0"/>
                  <a:t> do, </a:t>
                </a:r>
                <a:r>
                  <a:rPr lang="nb-NO" dirty="0" err="1"/>
                  <a:t>then</a:t>
                </a:r>
                <a:r>
                  <a:rPr lang="nb-NO" dirty="0"/>
                  <a:t> </a:t>
                </a:r>
                <a:r>
                  <a:rPr lang="nb-NO" dirty="0" err="1"/>
                  <a:t>our</a:t>
                </a:r>
                <a:r>
                  <a:rPr lang="nb-NO" dirty="0"/>
                  <a:t> </a:t>
                </a:r>
                <a:r>
                  <a:rPr lang="nb-NO" dirty="0" err="1"/>
                  <a:t>estimated</a:t>
                </a:r>
                <a:r>
                  <a:rPr lang="nb-NO" dirty="0"/>
                  <a:t> </a:t>
                </a:r>
                <a:r>
                  <a:rPr lang="nb-NO" dirty="0" err="1"/>
                  <a:t>effect</a:t>
                </a:r>
                <a:r>
                  <a:rPr lang="nb-NO" dirty="0"/>
                  <a:t> </a:t>
                </a:r>
                <a:r>
                  <a:rPr lang="nb-NO" dirty="0" err="1"/>
                  <a:t>mixes</a:t>
                </a:r>
                <a:r>
                  <a:rPr lang="nb-NO" dirty="0"/>
                  <a:t> </a:t>
                </a:r>
                <a:r>
                  <a:rPr lang="nb-NO" dirty="0" err="1"/>
                  <a:t>together</a:t>
                </a:r>
                <a:r>
                  <a:rPr lang="nb-NO" dirty="0"/>
                  <a:t> </a:t>
                </a:r>
                <a:r>
                  <a:rPr lang="nb-NO" dirty="0" err="1"/>
                  <a:t>the</a:t>
                </a:r>
                <a:r>
                  <a:rPr lang="nb-NO" dirty="0"/>
                  <a:t> </a:t>
                </a:r>
                <a:r>
                  <a:rPr lang="nb-NO" dirty="0" err="1"/>
                  <a:t>effect</a:t>
                </a:r>
                <a:r>
                  <a:rPr lang="nb-NO" dirty="0"/>
                  <a:t> </a:t>
                </a:r>
                <a:r>
                  <a:rPr lang="nb-NO" dirty="0" err="1"/>
                  <a:t>of</a:t>
                </a:r>
                <a:r>
                  <a:rPr lang="nb-NO" dirty="0"/>
                  <a:t> </a:t>
                </a:r>
                <a14:m>
                  <m:oMath xmlns:m="http://schemas.openxmlformats.org/officeDocument/2006/math">
                    <m:r>
                      <a:rPr lang="nb-NO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𝑥</m:t>
                    </m:r>
                  </m:oMath>
                </a14:m>
                <a:r>
                  <a:rPr lang="nb-NO" dirty="0"/>
                  <a:t>and </a:t>
                </a:r>
                <a:r>
                  <a:rPr lang="nb-NO" dirty="0" err="1"/>
                  <a:t>the</a:t>
                </a:r>
                <a:r>
                  <a:rPr lang="nb-NO" dirty="0"/>
                  <a:t> </a:t>
                </a:r>
                <a:r>
                  <a:rPr lang="nb-NO" dirty="0" err="1"/>
                  <a:t>effect</a:t>
                </a:r>
                <a:r>
                  <a:rPr lang="nb-NO" dirty="0"/>
                  <a:t> </a:t>
                </a:r>
                <a:r>
                  <a:rPr lang="nb-NO" dirty="0" err="1"/>
                  <a:t>of</a:t>
                </a:r>
                <a:r>
                  <a:rPr lang="nb-NO" dirty="0"/>
                  <a:t> </a:t>
                </a:r>
                <a:r>
                  <a:rPr lang="nb-NO" dirty="0" err="1"/>
                  <a:t>omitted</a:t>
                </a:r>
                <a:r>
                  <a:rPr lang="nb-NO" dirty="0"/>
                  <a:t> variables.</a:t>
                </a:r>
              </a:p>
            </p:txBody>
          </p:sp>
        </mc:Choice>
        <mc:Fallback xmlns="">
          <p:sp>
            <p:nvSpPr>
              <p:cNvPr id="3" name="Plassholder for notater 2">
                <a:extLst>
                  <a:ext uri="{FF2B5EF4-FFF2-40B4-BE49-F238E27FC236}">
                    <a16:creationId xmlns:a16="http://schemas.microsoft.com/office/drawing/2014/main" id="{5EBC43DF-A27A-3EA3-6A18-756E52455356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nb-NO" b="1" dirty="0" err="1"/>
                  <a:t>Example</a:t>
                </a:r>
                <a:r>
                  <a:rPr lang="nb-NO" b="1" dirty="0"/>
                  <a:t>:</a:t>
                </a:r>
                <a:endParaRPr lang="nb-NO" dirty="0"/>
              </a:p>
              <a:p>
                <a:pPr lvl="0"/>
                <a:r>
                  <a:rPr lang="nb-NO" dirty="0"/>
                  <a:t>In a </a:t>
                </a:r>
                <a:r>
                  <a:rPr lang="nb-NO" dirty="0" err="1"/>
                  <a:t>wage</a:t>
                </a:r>
                <a:r>
                  <a:rPr lang="nb-NO" dirty="0"/>
                  <a:t>–</a:t>
                </a:r>
                <a:r>
                  <a:rPr lang="nb-NO" dirty="0" err="1"/>
                  <a:t>education</a:t>
                </a:r>
                <a:r>
                  <a:rPr lang="nb-NO" dirty="0"/>
                  <a:t> </a:t>
                </a:r>
                <a:r>
                  <a:rPr lang="nb-NO" dirty="0" err="1"/>
                  <a:t>regression</a:t>
                </a:r>
                <a:r>
                  <a:rPr lang="nb-NO" dirty="0"/>
                  <a:t>, </a:t>
                </a:r>
                <a:r>
                  <a:rPr lang="nb-NO" b="1" dirty="0" err="1"/>
                  <a:t>ability</a:t>
                </a:r>
                <a:r>
                  <a:rPr lang="nb-NO" dirty="0"/>
                  <a:t> </a:t>
                </a:r>
                <a:r>
                  <a:rPr lang="nb-NO" dirty="0" err="1"/>
                  <a:t>may</a:t>
                </a:r>
                <a:r>
                  <a:rPr lang="nb-NO" dirty="0"/>
                  <a:t> </a:t>
                </a:r>
                <a:r>
                  <a:rPr lang="nb-NO" dirty="0" err="1"/>
                  <a:t>affect</a:t>
                </a:r>
                <a:r>
                  <a:rPr lang="nb-NO" dirty="0"/>
                  <a:t> </a:t>
                </a:r>
                <a:r>
                  <a:rPr lang="nb-NO" dirty="0" err="1"/>
                  <a:t>both</a:t>
                </a:r>
                <a:r>
                  <a:rPr lang="nb-NO" dirty="0"/>
                  <a:t> </a:t>
                </a:r>
                <a:r>
                  <a:rPr lang="nb-NO" dirty="0" err="1"/>
                  <a:t>education</a:t>
                </a:r>
                <a:r>
                  <a:rPr lang="nb-NO" dirty="0"/>
                  <a:t> and </a:t>
                </a:r>
                <a:r>
                  <a:rPr lang="nb-NO" dirty="0" err="1"/>
                  <a:t>wages</a:t>
                </a:r>
                <a:r>
                  <a:rPr lang="nb-NO" dirty="0"/>
                  <a:t> </a:t>
                </a:r>
              </a:p>
              <a:p>
                <a:pPr lvl="0"/>
                <a:r>
                  <a:rPr lang="nb-NO" dirty="0" err="1"/>
                  <a:t>Then</a:t>
                </a:r>
                <a:r>
                  <a:rPr lang="nb-NO" dirty="0"/>
                  <a:t> </a:t>
                </a:r>
                <a:r>
                  <a:rPr lang="nb-NO" dirty="0" err="1"/>
                  <a:t>education</a:t>
                </a:r>
                <a:r>
                  <a:rPr lang="nb-NO" dirty="0"/>
                  <a:t> </a:t>
                </a:r>
                <a:r>
                  <a:rPr lang="nb-NO" dirty="0" err="1"/>
                  <a:t>may</a:t>
                </a:r>
                <a:r>
                  <a:rPr lang="nb-NO" dirty="0"/>
                  <a:t> be </a:t>
                </a:r>
                <a:r>
                  <a:rPr lang="nb-NO" dirty="0" err="1"/>
                  <a:t>correlated</a:t>
                </a:r>
                <a:r>
                  <a:rPr lang="nb-NO" dirty="0"/>
                  <a:t> </a:t>
                </a:r>
                <a:r>
                  <a:rPr lang="nb-NO" dirty="0" err="1"/>
                  <a:t>with</a:t>
                </a:r>
                <a:r>
                  <a:rPr lang="nb-NO" dirty="0"/>
                  <a:t> </a:t>
                </a:r>
                <a:r>
                  <a:rPr lang="nb-NO" dirty="0" err="1"/>
                  <a:t>the</a:t>
                </a:r>
                <a:r>
                  <a:rPr lang="nb-NO" dirty="0"/>
                  <a:t> </a:t>
                </a:r>
                <a:r>
                  <a:rPr lang="nb-NO" dirty="0" err="1"/>
                  <a:t>error</a:t>
                </a:r>
                <a:r>
                  <a:rPr lang="nb-NO" dirty="0"/>
                  <a:t> term </a:t>
                </a:r>
              </a:p>
              <a:p>
                <a:r>
                  <a:rPr lang="nb-NO" b="1" dirty="0"/>
                  <a:t>Short note / speaker note:</a:t>
                </a:r>
                <a:br>
                  <a:rPr lang="nb-NO" dirty="0"/>
                </a:br>
                <a:r>
                  <a:rPr lang="nb-NO" dirty="0"/>
                  <a:t>This is </a:t>
                </a:r>
                <a:r>
                  <a:rPr lang="nb-NO" dirty="0" err="1"/>
                  <a:t>the</a:t>
                </a:r>
                <a:r>
                  <a:rPr lang="nb-NO" dirty="0"/>
                  <a:t> </a:t>
                </a:r>
                <a:r>
                  <a:rPr lang="nb-NO" dirty="0" err="1"/>
                  <a:t>key</a:t>
                </a:r>
                <a:r>
                  <a:rPr lang="nb-NO" dirty="0"/>
                  <a:t> </a:t>
                </a:r>
                <a:r>
                  <a:rPr lang="nb-NO" dirty="0" err="1"/>
                  <a:t>causal</a:t>
                </a:r>
                <a:r>
                  <a:rPr lang="nb-NO" dirty="0"/>
                  <a:t> </a:t>
                </a:r>
                <a:r>
                  <a:rPr lang="nb-NO" dirty="0" err="1"/>
                  <a:t>assumption</a:t>
                </a:r>
                <a:r>
                  <a:rPr lang="nb-NO" dirty="0"/>
                  <a:t>. It </a:t>
                </a:r>
                <a:r>
                  <a:rPr lang="nb-NO" dirty="0" err="1"/>
                  <a:t>does</a:t>
                </a:r>
                <a:r>
                  <a:rPr lang="nb-NO" dirty="0"/>
                  <a:t> </a:t>
                </a:r>
                <a:r>
                  <a:rPr lang="nb-NO" b="1" dirty="0"/>
                  <a:t>not</a:t>
                </a:r>
                <a:r>
                  <a:rPr lang="nb-NO" dirty="0"/>
                  <a:t> </a:t>
                </a:r>
                <a:r>
                  <a:rPr lang="nb-NO" dirty="0" err="1"/>
                  <a:t>mean</a:t>
                </a:r>
                <a:r>
                  <a:rPr lang="nb-NO" dirty="0"/>
                  <a:t> </a:t>
                </a:r>
                <a:r>
                  <a:rPr lang="nb-NO" dirty="0" err="1"/>
                  <a:t>that</a:t>
                </a:r>
                <a:r>
                  <a:rPr lang="nb-NO" dirty="0"/>
                  <a:t> </a:t>
                </a:r>
                <a:r>
                  <a:rPr lang="nb-NO" dirty="0" err="1"/>
                  <a:t>every</a:t>
                </a:r>
                <a:r>
                  <a:rPr lang="nb-NO" dirty="0"/>
                  <a:t> </a:t>
                </a:r>
                <a:r>
                  <a:rPr lang="nb-NO" dirty="0" err="1"/>
                  <a:t>error</a:t>
                </a:r>
                <a:r>
                  <a:rPr lang="nb-NO" dirty="0"/>
                  <a:t> is zero. It </a:t>
                </a:r>
                <a:r>
                  <a:rPr lang="nb-NO" dirty="0" err="1"/>
                  <a:t>means</a:t>
                </a:r>
                <a:r>
                  <a:rPr lang="nb-NO" dirty="0"/>
                  <a:t> </a:t>
                </a:r>
                <a:r>
                  <a:rPr lang="nb-NO" dirty="0" err="1"/>
                  <a:t>that</a:t>
                </a:r>
                <a:r>
                  <a:rPr lang="nb-NO" dirty="0"/>
                  <a:t>, </a:t>
                </a:r>
                <a:r>
                  <a:rPr lang="nb-NO" dirty="0" err="1"/>
                  <a:t>on</a:t>
                </a:r>
                <a:r>
                  <a:rPr lang="nb-NO" dirty="0"/>
                  <a:t> </a:t>
                </a:r>
                <a:r>
                  <a:rPr lang="nb-NO" dirty="0" err="1"/>
                  <a:t>average</a:t>
                </a:r>
                <a:r>
                  <a:rPr lang="nb-NO" dirty="0"/>
                  <a:t>, </a:t>
                </a:r>
                <a:r>
                  <a:rPr lang="nb-NO" dirty="0" err="1"/>
                  <a:t>the</a:t>
                </a:r>
                <a:r>
                  <a:rPr lang="nb-NO" dirty="0"/>
                  <a:t> </a:t>
                </a:r>
                <a:r>
                  <a:rPr lang="nb-NO" dirty="0" err="1"/>
                  <a:t>omitted</a:t>
                </a:r>
                <a:r>
                  <a:rPr lang="nb-NO" dirty="0"/>
                  <a:t> </a:t>
                </a:r>
                <a:r>
                  <a:rPr lang="nb-NO" dirty="0" err="1"/>
                  <a:t>factors</a:t>
                </a:r>
                <a:r>
                  <a:rPr lang="nb-NO" dirty="0"/>
                  <a:t> do not </a:t>
                </a:r>
                <a:r>
                  <a:rPr lang="nb-NO" dirty="0" err="1"/>
                  <a:t>move</a:t>
                </a:r>
                <a:r>
                  <a:rPr lang="nb-NO" dirty="0"/>
                  <a:t> </a:t>
                </a:r>
                <a:r>
                  <a:rPr lang="nb-NO" dirty="0" err="1"/>
                  <a:t>systematically</a:t>
                </a:r>
                <a:r>
                  <a:rPr lang="nb-NO" dirty="0"/>
                  <a:t> </a:t>
                </a:r>
                <a:r>
                  <a:rPr lang="nb-NO" dirty="0" err="1"/>
                  <a:t>with</a:t>
                </a:r>
                <a:r>
                  <a:rPr lang="nb-NO" dirty="0"/>
                  <a:t> </a:t>
                </a:r>
                <a:r>
                  <a:rPr lang="nb-NO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𝑥</a:t>
                </a:r>
                <a:r>
                  <a:rPr lang="nb-NO" dirty="0"/>
                  <a:t>. If </a:t>
                </a:r>
                <a:r>
                  <a:rPr lang="nb-NO" dirty="0" err="1"/>
                  <a:t>they</a:t>
                </a:r>
                <a:r>
                  <a:rPr lang="nb-NO" dirty="0"/>
                  <a:t> do, </a:t>
                </a:r>
                <a:r>
                  <a:rPr lang="nb-NO" dirty="0" err="1"/>
                  <a:t>then</a:t>
                </a:r>
                <a:r>
                  <a:rPr lang="nb-NO" dirty="0"/>
                  <a:t> </a:t>
                </a:r>
                <a:r>
                  <a:rPr lang="nb-NO" dirty="0" err="1"/>
                  <a:t>our</a:t>
                </a:r>
                <a:r>
                  <a:rPr lang="nb-NO" dirty="0"/>
                  <a:t> </a:t>
                </a:r>
                <a:r>
                  <a:rPr lang="nb-NO" dirty="0" err="1"/>
                  <a:t>estimated</a:t>
                </a:r>
                <a:r>
                  <a:rPr lang="nb-NO" dirty="0"/>
                  <a:t> </a:t>
                </a:r>
                <a:r>
                  <a:rPr lang="nb-NO" dirty="0" err="1"/>
                  <a:t>effect</a:t>
                </a:r>
                <a:r>
                  <a:rPr lang="nb-NO" dirty="0"/>
                  <a:t> </a:t>
                </a:r>
                <a:r>
                  <a:rPr lang="nb-NO" dirty="0" err="1"/>
                  <a:t>mixes</a:t>
                </a:r>
                <a:r>
                  <a:rPr lang="nb-NO" dirty="0"/>
                  <a:t> </a:t>
                </a:r>
                <a:r>
                  <a:rPr lang="nb-NO" dirty="0" err="1"/>
                  <a:t>together</a:t>
                </a:r>
                <a:r>
                  <a:rPr lang="nb-NO" dirty="0"/>
                  <a:t> </a:t>
                </a:r>
                <a:r>
                  <a:rPr lang="nb-NO" dirty="0" err="1"/>
                  <a:t>the</a:t>
                </a:r>
                <a:r>
                  <a:rPr lang="nb-NO" dirty="0"/>
                  <a:t> </a:t>
                </a:r>
                <a:r>
                  <a:rPr lang="nb-NO" dirty="0" err="1"/>
                  <a:t>effect</a:t>
                </a:r>
                <a:r>
                  <a:rPr lang="nb-NO" dirty="0"/>
                  <a:t> </a:t>
                </a:r>
                <a:r>
                  <a:rPr lang="nb-NO" dirty="0" err="1"/>
                  <a:t>of</a:t>
                </a:r>
                <a:r>
                  <a:rPr lang="nb-NO" dirty="0"/>
                  <a:t> </a:t>
                </a:r>
                <a:r>
                  <a:rPr lang="nb-NO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𝑥</a:t>
                </a:r>
                <a:r>
                  <a:rPr lang="nb-NO" dirty="0"/>
                  <a:t>and </a:t>
                </a:r>
                <a:r>
                  <a:rPr lang="nb-NO" dirty="0" err="1"/>
                  <a:t>the</a:t>
                </a:r>
                <a:r>
                  <a:rPr lang="nb-NO" dirty="0"/>
                  <a:t> </a:t>
                </a:r>
                <a:r>
                  <a:rPr lang="nb-NO" dirty="0" err="1"/>
                  <a:t>effect</a:t>
                </a:r>
                <a:r>
                  <a:rPr lang="nb-NO" dirty="0"/>
                  <a:t> </a:t>
                </a:r>
                <a:r>
                  <a:rPr lang="nb-NO" dirty="0" err="1"/>
                  <a:t>of</a:t>
                </a:r>
                <a:r>
                  <a:rPr lang="nb-NO" dirty="0"/>
                  <a:t> </a:t>
                </a:r>
                <a:r>
                  <a:rPr lang="nb-NO" dirty="0" err="1"/>
                  <a:t>omitted</a:t>
                </a:r>
                <a:r>
                  <a:rPr lang="nb-NO" dirty="0"/>
                  <a:t> variables.</a:t>
                </a:r>
              </a:p>
            </p:txBody>
          </p:sp>
        </mc:Fallback>
      </mc:AlternateContent>
      <p:sp>
        <p:nvSpPr>
          <p:cNvPr id="4" name="Plassholder for lysbildenummer 3">
            <a:extLst>
              <a:ext uri="{FF2B5EF4-FFF2-40B4-BE49-F238E27FC236}">
                <a16:creationId xmlns:a16="http://schemas.microsoft.com/office/drawing/2014/main" id="{C9A7137D-A094-40BD-20D3-208B70C2E1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D4739E-9C57-4AE7-B15C-C6DCE23E91D8}" type="slidenum">
              <a:rPr lang="nb-NO" smtClean="0"/>
              <a:t>14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77862557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642FB4-5BB8-BE45-D667-15175BA080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lysbilde 1">
            <a:extLst>
              <a:ext uri="{FF2B5EF4-FFF2-40B4-BE49-F238E27FC236}">
                <a16:creationId xmlns:a16="http://schemas.microsoft.com/office/drawing/2014/main" id="{18C53477-EA4D-A012-2A22-28AE00F7E7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ssholder for notater 2">
            <a:extLst>
              <a:ext uri="{FF2B5EF4-FFF2-40B4-BE49-F238E27FC236}">
                <a16:creationId xmlns:a16="http://schemas.microsoft.com/office/drawing/2014/main" id="{40DB9640-5589-56A1-258C-CD49B41381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b-NO" dirty="0" err="1"/>
              <a:t>Sometimes</a:t>
            </a:r>
            <a:r>
              <a:rPr lang="nb-NO" dirty="0"/>
              <a:t> a problem</a:t>
            </a:r>
          </a:p>
          <a:p>
            <a:endParaRPr lang="nb-NO" dirty="0"/>
          </a:p>
          <a:p>
            <a:r>
              <a:rPr lang="nb-NO" dirty="0"/>
              <a:t>Do </a:t>
            </a:r>
            <a:r>
              <a:rPr lang="nb-NO" dirty="0" err="1"/>
              <a:t>you</a:t>
            </a:r>
            <a:r>
              <a:rPr lang="nb-NO" dirty="0"/>
              <a:t> </a:t>
            </a:r>
            <a:r>
              <a:rPr lang="nb-NO" dirty="0" err="1"/>
              <a:t>think</a:t>
            </a:r>
            <a:r>
              <a:rPr lang="nb-NO" dirty="0"/>
              <a:t> </a:t>
            </a:r>
            <a:r>
              <a:rPr lang="nb-NO" dirty="0" err="1"/>
              <a:t>the</a:t>
            </a:r>
            <a:r>
              <a:rPr lang="nb-NO" dirty="0"/>
              <a:t> </a:t>
            </a:r>
            <a:r>
              <a:rPr lang="nb-NO" dirty="0" err="1"/>
              <a:t>amount</a:t>
            </a:r>
            <a:r>
              <a:rPr lang="nb-NO" dirty="0"/>
              <a:t> </a:t>
            </a:r>
            <a:r>
              <a:rPr lang="nb-NO" dirty="0" err="1"/>
              <a:t>that</a:t>
            </a:r>
            <a:r>
              <a:rPr lang="nb-NO" dirty="0"/>
              <a:t> </a:t>
            </a:r>
            <a:r>
              <a:rPr lang="nb-NO" dirty="0" err="1"/>
              <a:t>people</a:t>
            </a:r>
            <a:r>
              <a:rPr lang="nb-NO" dirty="0"/>
              <a:t> </a:t>
            </a:r>
            <a:r>
              <a:rPr lang="nb-NO" dirty="0" err="1"/>
              <a:t>with</a:t>
            </a:r>
            <a:r>
              <a:rPr lang="nb-NO" dirty="0"/>
              <a:t> my </a:t>
            </a:r>
            <a:r>
              <a:rPr lang="nb-NO" dirty="0" err="1"/>
              <a:t>income</a:t>
            </a:r>
            <a:r>
              <a:rPr lang="nb-NO" dirty="0"/>
              <a:t> and </a:t>
            </a:r>
            <a:r>
              <a:rPr lang="nb-NO" dirty="0" err="1"/>
              <a:t>multimiionares</a:t>
            </a:r>
            <a:r>
              <a:rPr lang="nb-NO" dirty="0"/>
              <a:t> </a:t>
            </a:r>
            <a:r>
              <a:rPr lang="nb-NO" dirty="0" err="1"/>
              <a:t>expenditures</a:t>
            </a:r>
            <a:r>
              <a:rPr lang="nb-NO" dirty="0"/>
              <a:t> </a:t>
            </a:r>
            <a:r>
              <a:rPr lang="nb-NO" dirty="0" err="1"/>
              <a:t>flucuates</a:t>
            </a:r>
            <a:r>
              <a:rPr lang="nb-NO" dirty="0"/>
              <a:t>?</a:t>
            </a:r>
          </a:p>
        </p:txBody>
      </p:sp>
      <p:sp>
        <p:nvSpPr>
          <p:cNvPr id="4" name="Plassholder for lysbildenummer 3">
            <a:extLst>
              <a:ext uri="{FF2B5EF4-FFF2-40B4-BE49-F238E27FC236}">
                <a16:creationId xmlns:a16="http://schemas.microsoft.com/office/drawing/2014/main" id="{AC075B3A-0ADD-F4CE-4394-F989633A56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D4739E-9C57-4AE7-B15C-C6DCE23E91D8}" type="slidenum">
              <a:rPr lang="nb-NO" smtClean="0"/>
              <a:t>15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27548795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0BF18C-6BCB-9E14-DBBC-35993A0FD9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lysbilde 1">
            <a:extLst>
              <a:ext uri="{FF2B5EF4-FFF2-40B4-BE49-F238E27FC236}">
                <a16:creationId xmlns:a16="http://schemas.microsoft.com/office/drawing/2014/main" id="{6D49D55B-0F0C-8AAA-4438-35A815A119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ssholder for notater 2">
            <a:extLst>
              <a:ext uri="{FF2B5EF4-FFF2-40B4-BE49-F238E27FC236}">
                <a16:creationId xmlns:a16="http://schemas.microsoft.com/office/drawing/2014/main" id="{9DBD8E6D-43B5-8ADF-354C-2E75A122BF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b-NO" b="1" dirty="0" err="1"/>
              <a:t>Possible</a:t>
            </a:r>
            <a:r>
              <a:rPr lang="nb-NO" b="1" dirty="0"/>
              <a:t> </a:t>
            </a:r>
            <a:r>
              <a:rPr lang="nb-NO" b="1" dirty="0" err="1"/>
              <a:t>violations</a:t>
            </a:r>
            <a:r>
              <a:rPr lang="nb-NO" b="1" dirty="0"/>
              <a:t>:</a:t>
            </a:r>
            <a:endParaRPr lang="nb-NO" dirty="0"/>
          </a:p>
          <a:p>
            <a:pPr lvl="0"/>
            <a:r>
              <a:rPr lang="nb-NO" dirty="0" err="1"/>
              <a:t>people</a:t>
            </a:r>
            <a:r>
              <a:rPr lang="nb-NO" dirty="0"/>
              <a:t> in </a:t>
            </a:r>
            <a:r>
              <a:rPr lang="nb-NO" dirty="0" err="1"/>
              <a:t>the</a:t>
            </a:r>
            <a:r>
              <a:rPr lang="nb-NO" dirty="0"/>
              <a:t> same </a:t>
            </a:r>
            <a:r>
              <a:rPr lang="nb-NO" dirty="0" err="1"/>
              <a:t>neighborhood</a:t>
            </a:r>
            <a:r>
              <a:rPr lang="nb-NO" dirty="0"/>
              <a:t> </a:t>
            </a:r>
          </a:p>
          <a:p>
            <a:pPr lvl="0"/>
            <a:r>
              <a:rPr lang="nb-NO" dirty="0" err="1"/>
              <a:t>firms</a:t>
            </a:r>
            <a:r>
              <a:rPr lang="nb-NO" dirty="0"/>
              <a:t> in </a:t>
            </a:r>
            <a:r>
              <a:rPr lang="nb-NO" dirty="0" err="1"/>
              <a:t>the</a:t>
            </a:r>
            <a:r>
              <a:rPr lang="nb-NO" dirty="0"/>
              <a:t> same </a:t>
            </a:r>
            <a:r>
              <a:rPr lang="nb-NO" dirty="0" err="1"/>
              <a:t>industry</a:t>
            </a:r>
            <a:r>
              <a:rPr lang="nb-NO" dirty="0"/>
              <a:t> </a:t>
            </a:r>
          </a:p>
          <a:p>
            <a:pPr lvl="0"/>
            <a:r>
              <a:rPr lang="nb-NO" dirty="0"/>
              <a:t>time series </a:t>
            </a:r>
            <a:r>
              <a:rPr lang="nb-NO" dirty="0" err="1"/>
              <a:t>with</a:t>
            </a:r>
            <a:r>
              <a:rPr lang="nb-NO" dirty="0"/>
              <a:t> </a:t>
            </a:r>
            <a:r>
              <a:rPr lang="nb-NO" dirty="0" err="1"/>
              <a:t>serial</a:t>
            </a:r>
            <a:r>
              <a:rPr lang="nb-NO" dirty="0"/>
              <a:t> </a:t>
            </a:r>
            <a:r>
              <a:rPr lang="nb-NO" dirty="0" err="1"/>
              <a:t>correlation</a:t>
            </a:r>
            <a:r>
              <a:rPr lang="nb-NO" dirty="0"/>
              <a:t> </a:t>
            </a:r>
          </a:p>
          <a:p>
            <a:r>
              <a:rPr lang="nb-NO" b="1" dirty="0"/>
              <a:t>Short note / speaker note:</a:t>
            </a:r>
            <a:br>
              <a:rPr lang="nb-NO" dirty="0"/>
            </a:br>
            <a:r>
              <a:rPr lang="nb-NO" dirty="0"/>
              <a:t>This </a:t>
            </a:r>
            <a:r>
              <a:rPr lang="nb-NO" dirty="0" err="1"/>
              <a:t>assumption</a:t>
            </a:r>
            <a:r>
              <a:rPr lang="nb-NO" dirty="0"/>
              <a:t> </a:t>
            </a:r>
            <a:r>
              <a:rPr lang="nb-NO" dirty="0" err="1"/>
              <a:t>says</a:t>
            </a:r>
            <a:r>
              <a:rPr lang="nb-NO" dirty="0"/>
              <a:t> </a:t>
            </a:r>
            <a:r>
              <a:rPr lang="nb-NO" dirty="0" err="1"/>
              <a:t>the</a:t>
            </a:r>
            <a:r>
              <a:rPr lang="nb-NO" dirty="0"/>
              <a:t> </a:t>
            </a:r>
            <a:r>
              <a:rPr lang="nb-NO" dirty="0" err="1"/>
              <a:t>unobserved</a:t>
            </a:r>
            <a:r>
              <a:rPr lang="nb-NO" dirty="0"/>
              <a:t> part </a:t>
            </a:r>
            <a:r>
              <a:rPr lang="nb-NO" dirty="0" err="1"/>
              <a:t>of</a:t>
            </a:r>
            <a:r>
              <a:rPr lang="nb-NO" dirty="0"/>
              <a:t> </a:t>
            </a:r>
            <a:r>
              <a:rPr lang="nb-NO" dirty="0" err="1"/>
              <a:t>one</a:t>
            </a:r>
            <a:r>
              <a:rPr lang="nb-NO" dirty="0"/>
              <a:t> </a:t>
            </a:r>
            <a:r>
              <a:rPr lang="nb-NO" dirty="0" err="1"/>
              <a:t>observation</a:t>
            </a:r>
            <a:r>
              <a:rPr lang="nb-NO" dirty="0"/>
              <a:t> </a:t>
            </a:r>
            <a:r>
              <a:rPr lang="nb-NO" dirty="0" err="1"/>
              <a:t>should</a:t>
            </a:r>
            <a:r>
              <a:rPr lang="nb-NO" dirty="0"/>
              <a:t> be </a:t>
            </a:r>
            <a:r>
              <a:rPr lang="nb-NO" dirty="0" err="1"/>
              <a:t>independent</a:t>
            </a:r>
            <a:r>
              <a:rPr lang="nb-NO" dirty="0"/>
              <a:t> </a:t>
            </a:r>
            <a:r>
              <a:rPr lang="nb-NO" dirty="0" err="1"/>
              <a:t>of</a:t>
            </a:r>
            <a:r>
              <a:rPr lang="nb-NO" dirty="0"/>
              <a:t> </a:t>
            </a:r>
            <a:r>
              <a:rPr lang="nb-NO" dirty="0" err="1"/>
              <a:t>the</a:t>
            </a:r>
            <a:r>
              <a:rPr lang="nb-NO" dirty="0"/>
              <a:t> </a:t>
            </a:r>
            <a:r>
              <a:rPr lang="nb-NO" dirty="0" err="1"/>
              <a:t>unobserved</a:t>
            </a:r>
            <a:r>
              <a:rPr lang="nb-NO" dirty="0"/>
              <a:t> part </a:t>
            </a:r>
            <a:r>
              <a:rPr lang="nb-NO" dirty="0" err="1"/>
              <a:t>of</a:t>
            </a:r>
            <a:r>
              <a:rPr lang="nb-NO" dirty="0"/>
              <a:t> </a:t>
            </a:r>
            <a:r>
              <a:rPr lang="nb-NO" dirty="0" err="1"/>
              <a:t>another</a:t>
            </a:r>
            <a:r>
              <a:rPr lang="nb-NO" dirty="0"/>
              <a:t>. In </a:t>
            </a:r>
            <a:r>
              <a:rPr lang="nb-NO" dirty="0" err="1"/>
              <a:t>practice</a:t>
            </a:r>
            <a:r>
              <a:rPr lang="nb-NO" dirty="0"/>
              <a:t>, </a:t>
            </a:r>
            <a:r>
              <a:rPr lang="nb-NO" dirty="0" err="1"/>
              <a:t>this</a:t>
            </a:r>
            <a:r>
              <a:rPr lang="nb-NO" dirty="0"/>
              <a:t> </a:t>
            </a:r>
            <a:r>
              <a:rPr lang="nb-NO" dirty="0" err="1"/>
              <a:t>often</a:t>
            </a:r>
            <a:r>
              <a:rPr lang="nb-NO" dirty="0"/>
              <a:t> </a:t>
            </a:r>
            <a:r>
              <a:rPr lang="nb-NO" dirty="0" err="1"/>
              <a:t>fails</a:t>
            </a:r>
            <a:r>
              <a:rPr lang="nb-NO" dirty="0"/>
              <a:t> </a:t>
            </a:r>
            <a:r>
              <a:rPr lang="nb-NO" dirty="0" err="1"/>
              <a:t>with</a:t>
            </a:r>
            <a:r>
              <a:rPr lang="nb-NO" dirty="0"/>
              <a:t> </a:t>
            </a:r>
            <a:r>
              <a:rPr lang="nb-NO" dirty="0" err="1"/>
              <a:t>clustered</a:t>
            </a:r>
            <a:r>
              <a:rPr lang="nb-NO" dirty="0"/>
              <a:t> data or time series data.</a:t>
            </a:r>
          </a:p>
        </p:txBody>
      </p:sp>
      <p:sp>
        <p:nvSpPr>
          <p:cNvPr id="4" name="Plassholder for lysbildenummer 3">
            <a:extLst>
              <a:ext uri="{FF2B5EF4-FFF2-40B4-BE49-F238E27FC236}">
                <a16:creationId xmlns:a16="http://schemas.microsoft.com/office/drawing/2014/main" id="{3A965362-DAC9-DE51-7631-EF3FD20DAA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D4739E-9C57-4AE7-B15C-C6DCE23E91D8}" type="slidenum">
              <a:rPr lang="nb-NO" smtClean="0"/>
              <a:t>16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59585686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97E92C-97C0-0538-9E14-5C8A491A8A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lysbilde 1">
            <a:extLst>
              <a:ext uri="{FF2B5EF4-FFF2-40B4-BE49-F238E27FC236}">
                <a16:creationId xmlns:a16="http://schemas.microsoft.com/office/drawing/2014/main" id="{C89AC4ED-E953-65F9-CBF2-D4345BE229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ssholder for notater 2">
            <a:extLst>
              <a:ext uri="{FF2B5EF4-FFF2-40B4-BE49-F238E27FC236}">
                <a16:creationId xmlns:a16="http://schemas.microsoft.com/office/drawing/2014/main" id="{F0606019-E7F8-41E6-5A54-D7FAA947F2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b-NO" b="1" dirty="0"/>
              <a:t>Short note / speaker note:</a:t>
            </a:r>
            <a:br>
              <a:rPr lang="nb-NO" dirty="0"/>
            </a:br>
            <a:r>
              <a:rPr lang="nb-NO" dirty="0"/>
              <a:t>I </a:t>
            </a:r>
            <a:r>
              <a:rPr lang="nb-NO" dirty="0" err="1"/>
              <a:t>would</a:t>
            </a:r>
            <a:r>
              <a:rPr lang="nb-NO" dirty="0"/>
              <a:t> </a:t>
            </a:r>
            <a:r>
              <a:rPr lang="nb-NO" dirty="0" err="1"/>
              <a:t>emphasize</a:t>
            </a:r>
            <a:r>
              <a:rPr lang="nb-NO" dirty="0"/>
              <a:t> </a:t>
            </a:r>
            <a:r>
              <a:rPr lang="nb-NO" dirty="0" err="1"/>
              <a:t>that</a:t>
            </a:r>
            <a:r>
              <a:rPr lang="nb-NO" dirty="0"/>
              <a:t> SR6 is different from </a:t>
            </a:r>
            <a:r>
              <a:rPr lang="nb-NO" dirty="0" err="1"/>
              <a:t>the</a:t>
            </a:r>
            <a:r>
              <a:rPr lang="nb-NO" dirty="0"/>
              <a:t> </a:t>
            </a:r>
            <a:r>
              <a:rPr lang="nb-NO" dirty="0" err="1"/>
              <a:t>others</a:t>
            </a:r>
            <a:r>
              <a:rPr lang="nb-NO" dirty="0"/>
              <a:t>. It is </a:t>
            </a:r>
            <a:r>
              <a:rPr lang="nb-NO" dirty="0" err="1"/>
              <a:t>mainly</a:t>
            </a:r>
            <a:r>
              <a:rPr lang="nb-NO" dirty="0"/>
              <a:t> </a:t>
            </a:r>
            <a:r>
              <a:rPr lang="nb-NO" dirty="0" err="1"/>
              <a:t>there</a:t>
            </a:r>
            <a:r>
              <a:rPr lang="nb-NO" dirty="0"/>
              <a:t> to support </a:t>
            </a:r>
            <a:r>
              <a:rPr lang="nb-NO" dirty="0" err="1"/>
              <a:t>exact</a:t>
            </a:r>
            <a:r>
              <a:rPr lang="nb-NO" dirty="0"/>
              <a:t> </a:t>
            </a:r>
            <a:r>
              <a:rPr lang="nb-NO" dirty="0" err="1"/>
              <a:t>inference</a:t>
            </a:r>
            <a:r>
              <a:rPr lang="nb-NO" dirty="0"/>
              <a:t> in </a:t>
            </a:r>
            <a:r>
              <a:rPr lang="nb-NO" dirty="0" err="1"/>
              <a:t>small</a:t>
            </a:r>
            <a:r>
              <a:rPr lang="nb-NO" dirty="0"/>
              <a:t> samples. The </a:t>
            </a:r>
            <a:r>
              <a:rPr lang="nb-NO" dirty="0" err="1"/>
              <a:t>earlier</a:t>
            </a:r>
            <a:r>
              <a:rPr lang="nb-NO" dirty="0"/>
              <a:t> </a:t>
            </a:r>
            <a:r>
              <a:rPr lang="nb-NO" dirty="0" err="1"/>
              <a:t>assumptions</a:t>
            </a:r>
            <a:r>
              <a:rPr lang="nb-NO" dirty="0"/>
              <a:t> </a:t>
            </a:r>
            <a:r>
              <a:rPr lang="nb-NO" dirty="0" err="1"/>
              <a:t>are</a:t>
            </a:r>
            <a:r>
              <a:rPr lang="nb-NO" dirty="0"/>
              <a:t> more fundamental for </a:t>
            </a:r>
            <a:r>
              <a:rPr lang="nb-NO" dirty="0" err="1"/>
              <a:t>interpretation</a:t>
            </a:r>
            <a:r>
              <a:rPr lang="nb-NO" dirty="0"/>
              <a:t> and </a:t>
            </a:r>
            <a:r>
              <a:rPr lang="nb-NO" dirty="0" err="1"/>
              <a:t>consistency</a:t>
            </a:r>
            <a:r>
              <a:rPr lang="nb-NO" dirty="0"/>
              <a:t>.</a:t>
            </a:r>
          </a:p>
        </p:txBody>
      </p:sp>
      <p:sp>
        <p:nvSpPr>
          <p:cNvPr id="4" name="Plassholder for lysbildenummer 3">
            <a:extLst>
              <a:ext uri="{FF2B5EF4-FFF2-40B4-BE49-F238E27FC236}">
                <a16:creationId xmlns:a16="http://schemas.microsoft.com/office/drawing/2014/main" id="{DC5816A8-DED5-02CC-5FD3-69AC079537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D4739E-9C57-4AE7-B15C-C6DCE23E91D8}" type="slidenum">
              <a:rPr lang="nb-NO" smtClean="0"/>
              <a:t>18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53518454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lysbil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ssholder for nota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Source: Hill, Griffiths and Lim, Principles of Econometrics, 5th edition, Chapter 2, 2.3 OLS with an intercept. Course source: Book md/chapter-02-simple-linear-regression.md. Design reference: Old lectures/ch02.pptx.</a:t>
            </a:r>
          </a:p>
          <a:p>
            <a:r>
              <a:rPr lang="en-GB" dirty="0"/>
              <a:t>R section 3 verifies these identities numerically. They follow from the normal equations whenever OLS includes an intercept.</a:t>
            </a:r>
          </a:p>
          <a:p>
            <a:r>
              <a:rPr lang="en-GB" dirty="0"/>
              <a:t>This last point is important because it can look similar to the exogeneity assumption. But it is not the same thing. The zero sample covariance between \(</a:t>
            </a:r>
            <a:r>
              <a:rPr lang="en-GB" dirty="0" err="1"/>
              <a:t>x_i</a:t>
            </a:r>
            <a:r>
              <a:rPr lang="en-GB" dirty="0"/>
              <a:t>\) and the residuals is guaranteed by the way OLS is calculated. Population exogeneity, such as \(E(</a:t>
            </a:r>
            <a:r>
              <a:rPr lang="en-GB" dirty="0" err="1"/>
              <a:t>e_i</a:t>
            </a:r>
            <a:r>
              <a:rPr lang="en-GB" dirty="0"/>
              <a:t>\mid x)=0\), is an assumption about the data-generating process and cannot be established simply from these OLS algebraic properties.</a:t>
            </a:r>
            <a:endParaRPr lang="nb-NO" dirty="0"/>
          </a:p>
        </p:txBody>
      </p:sp>
      <p:sp>
        <p:nvSpPr>
          <p:cNvPr id="4" name="Plassholder for lysbil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D4739E-9C57-4AE7-B15C-C6DCE23E91D8}" type="slidenum">
              <a:rPr lang="nb-NO" smtClean="0"/>
              <a:t>26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1072146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tellysbil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itle 7"/>
          <p:cNvSpPr>
            <a:spLocks noGrp="1"/>
          </p:cNvSpPr>
          <p:nvPr>
            <p:ph type="title" hasCustomPrompt="1"/>
          </p:nvPr>
        </p:nvSpPr>
        <p:spPr>
          <a:xfrm>
            <a:off x="1054464" y="1118585"/>
            <a:ext cx="6012000" cy="1811813"/>
          </a:xfrm>
        </p:spPr>
        <p:txBody>
          <a:bodyPr lIns="0" anchor="b">
            <a:normAutofit/>
          </a:bodyPr>
          <a:lstStyle>
            <a:lvl1pPr>
              <a:defRPr sz="2400" baseline="0">
                <a:solidFill>
                  <a:schemeClr val="bg1"/>
                </a:solidFill>
              </a:defRPr>
            </a:lvl1pPr>
          </a:lstStyle>
          <a:p>
            <a:r>
              <a:rPr lang="nb-NO" noProof="0" dirty="0"/>
              <a:t>Tittel dokumentet settes her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 hasCustomPrompt="1"/>
          </p:nvPr>
        </p:nvSpPr>
        <p:spPr>
          <a:xfrm>
            <a:off x="1054464" y="2942591"/>
            <a:ext cx="6012000" cy="1126695"/>
          </a:xfrm>
        </p:spPr>
        <p:txBody>
          <a:bodyPr lIns="0">
            <a:noAutofit/>
          </a:bodyPr>
          <a:lstStyle>
            <a:lvl1pPr marL="0" indent="0">
              <a:buNone/>
              <a:defRPr sz="1800" i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800" i="1">
                <a:solidFill>
                  <a:schemeClr val="bg1"/>
                </a:solidFill>
              </a:defRPr>
            </a:lvl2pPr>
            <a:lvl3pPr marL="914400" indent="0">
              <a:buNone/>
              <a:defRPr sz="1800" i="1">
                <a:solidFill>
                  <a:schemeClr val="bg1"/>
                </a:solidFill>
              </a:defRPr>
            </a:lvl3pPr>
            <a:lvl4pPr marL="1371600" indent="0">
              <a:buNone/>
              <a:defRPr sz="1800" i="1">
                <a:solidFill>
                  <a:schemeClr val="bg1"/>
                </a:solidFill>
              </a:defRPr>
            </a:lvl4pPr>
            <a:lvl5pPr marL="1828800" indent="0">
              <a:buNone/>
              <a:defRPr sz="1800" i="1">
                <a:solidFill>
                  <a:schemeClr val="bg1"/>
                </a:solidFill>
              </a:defRPr>
            </a:lvl5pPr>
          </a:lstStyle>
          <a:p>
            <a:pPr lvl="0"/>
            <a:r>
              <a:rPr lang="nb-NO" noProof="0" dirty="0"/>
              <a:t>Her kommer en utdypning eller undertittel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054464" y="4208016"/>
            <a:ext cx="6012000" cy="1454784"/>
          </a:xfrm>
        </p:spPr>
        <p:txBody>
          <a:bodyPr lIns="0" anchor="b">
            <a:normAutofit/>
          </a:bodyPr>
          <a:lstStyle>
            <a:lvl1pPr marL="0" indent="0" algn="l">
              <a:buNone/>
              <a:defRPr sz="140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b-NO" noProof="0" dirty="0"/>
              <a:t>Forfatters Navn og Etternavn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 hasCustomPrompt="1"/>
          </p:nvPr>
        </p:nvSpPr>
        <p:spPr>
          <a:xfrm>
            <a:off x="1054464" y="5674992"/>
            <a:ext cx="6012000" cy="746878"/>
          </a:xfrm>
        </p:spPr>
        <p:txBody>
          <a:bodyPr lIns="0" tIns="0">
            <a:noAutofit/>
          </a:bodyPr>
          <a:lstStyle>
            <a:lvl1pPr marL="0" indent="0">
              <a:buNone/>
              <a:defRPr sz="1200" i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700" i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None/>
              <a:defRPr sz="1700" i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sz="1700" i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sz="1700" i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nb-NO" noProof="0" dirty="0"/>
              <a:t>Eventuelle adresser</a:t>
            </a:r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7448550" y="0"/>
            <a:ext cx="4743450" cy="6858000"/>
          </a:xfrm>
          <a:custGeom>
            <a:avLst/>
            <a:gdLst>
              <a:gd name="connsiteX0" fmla="*/ 0 w 4743450"/>
              <a:gd name="connsiteY0" fmla="*/ 6858000 h 6858000"/>
              <a:gd name="connsiteX1" fmla="*/ 1185863 w 4743450"/>
              <a:gd name="connsiteY1" fmla="*/ 0 h 6858000"/>
              <a:gd name="connsiteX2" fmla="*/ 4743450 w 4743450"/>
              <a:gd name="connsiteY2" fmla="*/ 0 h 6858000"/>
              <a:gd name="connsiteX3" fmla="*/ 3557588 w 4743450"/>
              <a:gd name="connsiteY3" fmla="*/ 6858000 h 6858000"/>
              <a:gd name="connsiteX4" fmla="*/ 0 w 4743450"/>
              <a:gd name="connsiteY4" fmla="*/ 6858000 h 6858000"/>
              <a:gd name="connsiteX0" fmla="*/ 0 w 4743450"/>
              <a:gd name="connsiteY0" fmla="*/ 6858000 h 6858000"/>
              <a:gd name="connsiteX1" fmla="*/ 1185863 w 4743450"/>
              <a:gd name="connsiteY1" fmla="*/ 0 h 6858000"/>
              <a:gd name="connsiteX2" fmla="*/ 4743450 w 4743450"/>
              <a:gd name="connsiteY2" fmla="*/ 0 h 6858000"/>
              <a:gd name="connsiteX3" fmla="*/ 4740212 w 4743450"/>
              <a:gd name="connsiteY3" fmla="*/ 6851904 h 6858000"/>
              <a:gd name="connsiteX4" fmla="*/ 0 w 4743450"/>
              <a:gd name="connsiteY4" fmla="*/ 6858000 h 6858000"/>
              <a:gd name="connsiteX0" fmla="*/ 0 w 4743450"/>
              <a:gd name="connsiteY0" fmla="*/ 6858000 h 6858000"/>
              <a:gd name="connsiteX1" fmla="*/ 2825687 w 4743450"/>
              <a:gd name="connsiteY1" fmla="*/ 0 h 6858000"/>
              <a:gd name="connsiteX2" fmla="*/ 4743450 w 4743450"/>
              <a:gd name="connsiteY2" fmla="*/ 0 h 6858000"/>
              <a:gd name="connsiteX3" fmla="*/ 4740212 w 4743450"/>
              <a:gd name="connsiteY3" fmla="*/ 6851904 h 6858000"/>
              <a:gd name="connsiteX4" fmla="*/ 0 w 4743450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743450" h="6858000">
                <a:moveTo>
                  <a:pt x="0" y="6858000"/>
                </a:moveTo>
                <a:lnTo>
                  <a:pt x="2825687" y="0"/>
                </a:lnTo>
                <a:lnTo>
                  <a:pt x="4743450" y="0"/>
                </a:lnTo>
                <a:cubicBezTo>
                  <a:pt x="4742371" y="2283968"/>
                  <a:pt x="4741291" y="4567936"/>
                  <a:pt x="4740212" y="6851904"/>
                </a:cubicBezTo>
                <a:lnTo>
                  <a:pt x="0" y="6858000"/>
                </a:lnTo>
                <a:close/>
              </a:path>
            </a:pathLst>
          </a:custGeom>
        </p:spPr>
        <p:txBody>
          <a:bodyPr/>
          <a:lstStyle>
            <a:lvl1pPr marL="0" indent="0">
              <a:buNone/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nb-NO" dirty="0"/>
              <a:t>Klikk på bildeikon hvis du vil legge til bilde</a:t>
            </a:r>
          </a:p>
        </p:txBody>
      </p:sp>
    </p:spTree>
    <p:extLst>
      <p:ext uri="{BB962C8B-B14F-4D97-AF65-F5344CB8AC3E}">
        <p14:creationId xmlns:p14="http://schemas.microsoft.com/office/powerpoint/2010/main" val="6158972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tel og innho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b-NO" dirty="0"/>
              <a:t>Klikk for å legge til en tittel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nb-NO" noProof="0" dirty="0"/>
              <a:t>Klikk for å legge til tekst</a:t>
            </a:r>
          </a:p>
          <a:p>
            <a:pPr lvl="1"/>
            <a:r>
              <a:rPr lang="nb-NO" noProof="0" dirty="0"/>
              <a:t>Andre nivå</a:t>
            </a:r>
          </a:p>
          <a:p>
            <a:pPr lvl="2"/>
            <a:r>
              <a:rPr lang="nb-NO" noProof="0" dirty="0"/>
              <a:t>Tredje nivå</a:t>
            </a:r>
          </a:p>
          <a:p>
            <a:pPr lvl="3"/>
            <a:r>
              <a:rPr lang="nb-NO" noProof="0" dirty="0"/>
              <a:t>Fjerde nivå</a:t>
            </a:r>
          </a:p>
          <a:p>
            <a:pPr lvl="4"/>
            <a:r>
              <a:rPr lang="nb-NO" noProof="0" dirty="0"/>
              <a:t>Femte nivå</a:t>
            </a:r>
          </a:p>
        </p:txBody>
      </p:sp>
    </p:spTree>
    <p:extLst>
      <p:ext uri="{BB962C8B-B14F-4D97-AF65-F5344CB8AC3E}">
        <p14:creationId xmlns:p14="http://schemas.microsoft.com/office/powerpoint/2010/main" val="1967770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nholdsdel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b-NO" dirty="0"/>
              <a:t>Klikk for å legge til en tittel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nb-NO" noProof="0" dirty="0"/>
              <a:t>Klikk for å legge til tekst</a:t>
            </a:r>
          </a:p>
          <a:p>
            <a:pPr lvl="1"/>
            <a:r>
              <a:rPr lang="nb-NO" noProof="0" dirty="0"/>
              <a:t>Andre nivå</a:t>
            </a:r>
          </a:p>
          <a:p>
            <a:pPr lvl="2"/>
            <a:r>
              <a:rPr lang="nb-NO" noProof="0" dirty="0"/>
              <a:t>Tredje nivå</a:t>
            </a:r>
          </a:p>
          <a:p>
            <a:pPr lvl="3"/>
            <a:r>
              <a:rPr lang="nb-NO" noProof="0" dirty="0"/>
              <a:t>Fjerde nivå</a:t>
            </a:r>
          </a:p>
          <a:p>
            <a:pPr lvl="4"/>
            <a:r>
              <a:rPr lang="nb-NO" noProof="0" dirty="0"/>
              <a:t>Femte nivå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nb-NO" noProof="0" dirty="0"/>
              <a:t>Klikk for å legge til tekst</a:t>
            </a:r>
          </a:p>
          <a:p>
            <a:pPr lvl="1"/>
            <a:r>
              <a:rPr lang="nb-NO" noProof="0" dirty="0"/>
              <a:t>Andre nivå</a:t>
            </a:r>
          </a:p>
          <a:p>
            <a:pPr lvl="2"/>
            <a:r>
              <a:rPr lang="nb-NO" noProof="0" dirty="0"/>
              <a:t>Tredje nivå</a:t>
            </a:r>
          </a:p>
          <a:p>
            <a:pPr lvl="3"/>
            <a:r>
              <a:rPr lang="nb-NO" noProof="0" dirty="0"/>
              <a:t>Fjerde nivå</a:t>
            </a:r>
          </a:p>
          <a:p>
            <a:pPr lvl="4"/>
            <a:r>
              <a:rPr lang="nb-NO" noProof="0" dirty="0"/>
              <a:t>Femte nivå</a:t>
            </a:r>
          </a:p>
        </p:txBody>
      </p:sp>
    </p:spTree>
    <p:extLst>
      <p:ext uri="{BB962C8B-B14F-4D97-AF65-F5344CB8AC3E}">
        <p14:creationId xmlns:p14="http://schemas.microsoft.com/office/powerpoint/2010/main" val="20678761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Bare tit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b-NO" dirty="0"/>
              <a:t>Klikk for å legge til en tittel</a:t>
            </a:r>
          </a:p>
        </p:txBody>
      </p:sp>
    </p:spTree>
    <p:extLst>
      <p:ext uri="{BB962C8B-B14F-4D97-AF65-F5344CB8AC3E}">
        <p14:creationId xmlns:p14="http://schemas.microsoft.com/office/powerpoint/2010/main" val="41876426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363459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tellysbil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8" name="Title 7"/>
          <p:cNvSpPr>
            <a:spLocks noGrp="1"/>
          </p:cNvSpPr>
          <p:nvPr>
            <p:ph type="title" hasCustomPrompt="1"/>
          </p:nvPr>
        </p:nvSpPr>
        <p:spPr>
          <a:xfrm>
            <a:off x="1054464" y="1118585"/>
            <a:ext cx="6012000" cy="1811813"/>
          </a:xfrm>
        </p:spPr>
        <p:txBody>
          <a:bodyPr lIns="0" anchor="b">
            <a:normAutofit/>
          </a:bodyPr>
          <a:lstStyle>
            <a:lvl1pPr>
              <a:defRPr sz="2400" baseline="0">
                <a:solidFill>
                  <a:schemeClr val="bg1"/>
                </a:solidFill>
              </a:defRPr>
            </a:lvl1pPr>
          </a:lstStyle>
          <a:p>
            <a:r>
              <a:rPr lang="nb-NO" noProof="0" dirty="0"/>
              <a:t>Tittel dokumentet settes her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quarter" idx="12" hasCustomPrompt="1"/>
          </p:nvPr>
        </p:nvSpPr>
        <p:spPr>
          <a:xfrm>
            <a:off x="1054464" y="2942591"/>
            <a:ext cx="6012000" cy="1126695"/>
          </a:xfrm>
        </p:spPr>
        <p:txBody>
          <a:bodyPr lIns="0">
            <a:noAutofit/>
          </a:bodyPr>
          <a:lstStyle>
            <a:lvl1pPr marL="0" indent="0">
              <a:buNone/>
              <a:defRPr sz="1800" i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800" i="1">
                <a:solidFill>
                  <a:schemeClr val="bg1"/>
                </a:solidFill>
              </a:defRPr>
            </a:lvl2pPr>
            <a:lvl3pPr marL="914400" indent="0">
              <a:buNone/>
              <a:defRPr sz="1800" i="1">
                <a:solidFill>
                  <a:schemeClr val="bg1"/>
                </a:solidFill>
              </a:defRPr>
            </a:lvl3pPr>
            <a:lvl4pPr marL="1371600" indent="0">
              <a:buNone/>
              <a:defRPr sz="1800" i="1">
                <a:solidFill>
                  <a:schemeClr val="bg1"/>
                </a:solidFill>
              </a:defRPr>
            </a:lvl4pPr>
            <a:lvl5pPr marL="1828800" indent="0">
              <a:buNone/>
              <a:defRPr sz="1800" i="1">
                <a:solidFill>
                  <a:schemeClr val="bg1"/>
                </a:solidFill>
              </a:defRPr>
            </a:lvl5pPr>
          </a:lstStyle>
          <a:p>
            <a:pPr lvl="0"/>
            <a:r>
              <a:rPr lang="nb-NO" noProof="0" dirty="0"/>
              <a:t>Her kommer en utdypning eller undertittel</a:t>
            </a:r>
          </a:p>
        </p:txBody>
      </p:sp>
      <p:sp>
        <p:nvSpPr>
          <p:cNvPr id="17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054464" y="4208016"/>
            <a:ext cx="6012000" cy="1454784"/>
          </a:xfrm>
        </p:spPr>
        <p:txBody>
          <a:bodyPr lIns="0" anchor="b">
            <a:normAutofit/>
          </a:bodyPr>
          <a:lstStyle>
            <a:lvl1pPr marL="0" indent="0" algn="l">
              <a:buNone/>
              <a:defRPr sz="140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b-NO" noProof="0" dirty="0"/>
              <a:t>Forfatters Navn og Etternavn</a:t>
            </a:r>
          </a:p>
        </p:txBody>
      </p:sp>
      <p:sp>
        <p:nvSpPr>
          <p:cNvPr id="20" name="Text Placeholder 5"/>
          <p:cNvSpPr>
            <a:spLocks noGrp="1"/>
          </p:cNvSpPr>
          <p:nvPr>
            <p:ph type="body" sz="quarter" idx="13" hasCustomPrompt="1"/>
          </p:nvPr>
        </p:nvSpPr>
        <p:spPr>
          <a:xfrm>
            <a:off x="1054464" y="5674992"/>
            <a:ext cx="6012000" cy="746878"/>
          </a:xfrm>
        </p:spPr>
        <p:txBody>
          <a:bodyPr lIns="0" tIns="0">
            <a:noAutofit/>
          </a:bodyPr>
          <a:lstStyle>
            <a:lvl1pPr marL="0" indent="0">
              <a:buNone/>
              <a:defRPr sz="1200" i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700" i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None/>
              <a:defRPr sz="1700" i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sz="1700" i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sz="1700" i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nb-NO" noProof="0" dirty="0"/>
              <a:t>Eventuelle adresser</a:t>
            </a:r>
          </a:p>
        </p:txBody>
      </p:sp>
      <p:sp>
        <p:nvSpPr>
          <p:cNvPr id="21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7448550" y="0"/>
            <a:ext cx="4743450" cy="6858000"/>
          </a:xfrm>
          <a:custGeom>
            <a:avLst/>
            <a:gdLst>
              <a:gd name="connsiteX0" fmla="*/ 0 w 4743450"/>
              <a:gd name="connsiteY0" fmla="*/ 6858000 h 6858000"/>
              <a:gd name="connsiteX1" fmla="*/ 1185863 w 4743450"/>
              <a:gd name="connsiteY1" fmla="*/ 0 h 6858000"/>
              <a:gd name="connsiteX2" fmla="*/ 4743450 w 4743450"/>
              <a:gd name="connsiteY2" fmla="*/ 0 h 6858000"/>
              <a:gd name="connsiteX3" fmla="*/ 3557588 w 4743450"/>
              <a:gd name="connsiteY3" fmla="*/ 6858000 h 6858000"/>
              <a:gd name="connsiteX4" fmla="*/ 0 w 4743450"/>
              <a:gd name="connsiteY4" fmla="*/ 6858000 h 6858000"/>
              <a:gd name="connsiteX0" fmla="*/ 0 w 4743450"/>
              <a:gd name="connsiteY0" fmla="*/ 6858000 h 6858000"/>
              <a:gd name="connsiteX1" fmla="*/ 1185863 w 4743450"/>
              <a:gd name="connsiteY1" fmla="*/ 0 h 6858000"/>
              <a:gd name="connsiteX2" fmla="*/ 4743450 w 4743450"/>
              <a:gd name="connsiteY2" fmla="*/ 0 h 6858000"/>
              <a:gd name="connsiteX3" fmla="*/ 4740212 w 4743450"/>
              <a:gd name="connsiteY3" fmla="*/ 6851904 h 6858000"/>
              <a:gd name="connsiteX4" fmla="*/ 0 w 4743450"/>
              <a:gd name="connsiteY4" fmla="*/ 6858000 h 6858000"/>
              <a:gd name="connsiteX0" fmla="*/ 0 w 4743450"/>
              <a:gd name="connsiteY0" fmla="*/ 6858000 h 6858000"/>
              <a:gd name="connsiteX1" fmla="*/ 2825687 w 4743450"/>
              <a:gd name="connsiteY1" fmla="*/ 0 h 6858000"/>
              <a:gd name="connsiteX2" fmla="*/ 4743450 w 4743450"/>
              <a:gd name="connsiteY2" fmla="*/ 0 h 6858000"/>
              <a:gd name="connsiteX3" fmla="*/ 4740212 w 4743450"/>
              <a:gd name="connsiteY3" fmla="*/ 6851904 h 6858000"/>
              <a:gd name="connsiteX4" fmla="*/ 0 w 4743450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743450" h="6858000">
                <a:moveTo>
                  <a:pt x="0" y="6858000"/>
                </a:moveTo>
                <a:lnTo>
                  <a:pt x="2825687" y="0"/>
                </a:lnTo>
                <a:lnTo>
                  <a:pt x="4743450" y="0"/>
                </a:lnTo>
                <a:cubicBezTo>
                  <a:pt x="4742371" y="2283968"/>
                  <a:pt x="4741291" y="4567936"/>
                  <a:pt x="4740212" y="6851904"/>
                </a:cubicBezTo>
                <a:lnTo>
                  <a:pt x="0" y="6858000"/>
                </a:lnTo>
                <a:close/>
              </a:path>
            </a:pathLst>
          </a:custGeom>
        </p:spPr>
        <p:txBody>
          <a:bodyPr/>
          <a:lstStyle>
            <a:lvl1pPr marL="0" indent="0">
              <a:buNone/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nb-NO" dirty="0"/>
              <a:t>Klikk på bildeikon hvis du vil legge til bilde</a:t>
            </a:r>
          </a:p>
        </p:txBody>
      </p:sp>
    </p:spTree>
    <p:extLst>
      <p:ext uri="{BB962C8B-B14F-4D97-AF65-F5344CB8AC3E}">
        <p14:creationId xmlns:p14="http://schemas.microsoft.com/office/powerpoint/2010/main" val="2267822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tel og innho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b-NO" dirty="0"/>
              <a:t>Klikk for å legge til en tittel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nb-NO" noProof="0" dirty="0"/>
              <a:t>Klikk for å legge til tekst</a:t>
            </a:r>
          </a:p>
          <a:p>
            <a:pPr lvl="1"/>
            <a:r>
              <a:rPr lang="nb-NO" noProof="0" dirty="0"/>
              <a:t>Andre nivå</a:t>
            </a:r>
          </a:p>
          <a:p>
            <a:pPr lvl="2"/>
            <a:r>
              <a:rPr lang="nb-NO" noProof="0" dirty="0"/>
              <a:t>Tredje nivå</a:t>
            </a:r>
          </a:p>
          <a:p>
            <a:pPr lvl="3"/>
            <a:r>
              <a:rPr lang="nb-NO" noProof="0" dirty="0"/>
              <a:t>Fjerde nivå</a:t>
            </a:r>
          </a:p>
          <a:p>
            <a:pPr lvl="4"/>
            <a:r>
              <a:rPr lang="nb-NO" noProof="0" dirty="0"/>
              <a:t>Femte nivå</a:t>
            </a:r>
          </a:p>
        </p:txBody>
      </p:sp>
    </p:spTree>
    <p:extLst>
      <p:ext uri="{BB962C8B-B14F-4D97-AF65-F5344CB8AC3E}">
        <p14:creationId xmlns:p14="http://schemas.microsoft.com/office/powerpoint/2010/main" val="89504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nholdsdel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b-NO" dirty="0"/>
              <a:t>Klikk for å legge til en tittel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nb-NO" noProof="0" dirty="0"/>
              <a:t>Klikk for å legge til tekst</a:t>
            </a:r>
          </a:p>
          <a:p>
            <a:pPr lvl="1"/>
            <a:r>
              <a:rPr lang="nb-NO" noProof="0" dirty="0"/>
              <a:t>Andre nivå</a:t>
            </a:r>
          </a:p>
          <a:p>
            <a:pPr lvl="2"/>
            <a:r>
              <a:rPr lang="nb-NO" noProof="0" dirty="0"/>
              <a:t>Tredje nivå</a:t>
            </a:r>
          </a:p>
          <a:p>
            <a:pPr lvl="3"/>
            <a:r>
              <a:rPr lang="nb-NO" noProof="0" dirty="0"/>
              <a:t>Fjerde nivå</a:t>
            </a:r>
          </a:p>
          <a:p>
            <a:pPr lvl="4"/>
            <a:r>
              <a:rPr lang="nb-NO" noProof="0" dirty="0"/>
              <a:t>Femte nivå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nb-NO" noProof="0" dirty="0"/>
              <a:t>Klikk for å legge til tekst</a:t>
            </a:r>
          </a:p>
          <a:p>
            <a:pPr lvl="1"/>
            <a:r>
              <a:rPr lang="nb-NO" noProof="0" dirty="0"/>
              <a:t>Andre nivå</a:t>
            </a:r>
          </a:p>
          <a:p>
            <a:pPr lvl="2"/>
            <a:r>
              <a:rPr lang="nb-NO" noProof="0" dirty="0"/>
              <a:t>Tredje nivå</a:t>
            </a:r>
          </a:p>
          <a:p>
            <a:pPr lvl="3"/>
            <a:r>
              <a:rPr lang="nb-NO" noProof="0" dirty="0"/>
              <a:t>Fjerde nivå</a:t>
            </a:r>
          </a:p>
          <a:p>
            <a:pPr lvl="4"/>
            <a:r>
              <a:rPr lang="nb-NO" noProof="0" dirty="0"/>
              <a:t>Femte nivå</a:t>
            </a:r>
          </a:p>
        </p:txBody>
      </p:sp>
    </p:spTree>
    <p:extLst>
      <p:ext uri="{BB962C8B-B14F-4D97-AF65-F5344CB8AC3E}">
        <p14:creationId xmlns:p14="http://schemas.microsoft.com/office/powerpoint/2010/main" val="27618199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Bare tit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b-NO" dirty="0"/>
              <a:t>Klikk for å legge til en tittel</a:t>
            </a:r>
          </a:p>
        </p:txBody>
      </p:sp>
    </p:spTree>
    <p:extLst>
      <p:ext uri="{BB962C8B-B14F-4D97-AF65-F5344CB8AC3E}">
        <p14:creationId xmlns:p14="http://schemas.microsoft.com/office/powerpoint/2010/main" val="10752648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019052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tellysbil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4" name="Title 7"/>
          <p:cNvSpPr>
            <a:spLocks noGrp="1"/>
          </p:cNvSpPr>
          <p:nvPr>
            <p:ph type="title" hasCustomPrompt="1"/>
          </p:nvPr>
        </p:nvSpPr>
        <p:spPr>
          <a:xfrm>
            <a:off x="1054464" y="1118585"/>
            <a:ext cx="6012000" cy="1811813"/>
          </a:xfrm>
        </p:spPr>
        <p:txBody>
          <a:bodyPr lIns="0" anchor="b">
            <a:normAutofit/>
          </a:bodyPr>
          <a:lstStyle>
            <a:lvl1pPr>
              <a:defRPr sz="2400" baseline="0">
                <a:solidFill>
                  <a:schemeClr val="bg1"/>
                </a:solidFill>
              </a:defRPr>
            </a:lvl1pPr>
          </a:lstStyle>
          <a:p>
            <a:r>
              <a:rPr lang="nb-NO" noProof="0" dirty="0"/>
              <a:t>Tittel dokumentet settes her</a:t>
            </a:r>
          </a:p>
        </p:txBody>
      </p:sp>
      <p:sp>
        <p:nvSpPr>
          <p:cNvPr id="25" name="Text Placeholder 3"/>
          <p:cNvSpPr>
            <a:spLocks noGrp="1"/>
          </p:cNvSpPr>
          <p:nvPr>
            <p:ph type="body" sz="quarter" idx="12" hasCustomPrompt="1"/>
          </p:nvPr>
        </p:nvSpPr>
        <p:spPr>
          <a:xfrm>
            <a:off x="1054464" y="2942591"/>
            <a:ext cx="6012000" cy="1126695"/>
          </a:xfrm>
        </p:spPr>
        <p:txBody>
          <a:bodyPr lIns="0">
            <a:noAutofit/>
          </a:bodyPr>
          <a:lstStyle>
            <a:lvl1pPr marL="0" indent="0">
              <a:buNone/>
              <a:defRPr sz="1800" i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800" i="1">
                <a:solidFill>
                  <a:schemeClr val="bg1"/>
                </a:solidFill>
              </a:defRPr>
            </a:lvl2pPr>
            <a:lvl3pPr marL="914400" indent="0">
              <a:buNone/>
              <a:defRPr sz="1800" i="1">
                <a:solidFill>
                  <a:schemeClr val="bg1"/>
                </a:solidFill>
              </a:defRPr>
            </a:lvl3pPr>
            <a:lvl4pPr marL="1371600" indent="0">
              <a:buNone/>
              <a:defRPr sz="1800" i="1">
                <a:solidFill>
                  <a:schemeClr val="bg1"/>
                </a:solidFill>
              </a:defRPr>
            </a:lvl4pPr>
            <a:lvl5pPr marL="1828800" indent="0">
              <a:buNone/>
              <a:defRPr sz="1800" i="1">
                <a:solidFill>
                  <a:schemeClr val="bg1"/>
                </a:solidFill>
              </a:defRPr>
            </a:lvl5pPr>
          </a:lstStyle>
          <a:p>
            <a:pPr lvl="0"/>
            <a:r>
              <a:rPr lang="nb-NO" noProof="0" dirty="0"/>
              <a:t>Her kommer en utdypning eller undertittel</a:t>
            </a:r>
          </a:p>
        </p:txBody>
      </p:sp>
      <p:sp>
        <p:nvSpPr>
          <p:cNvPr id="2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054464" y="4208016"/>
            <a:ext cx="6012000" cy="1454784"/>
          </a:xfrm>
        </p:spPr>
        <p:txBody>
          <a:bodyPr lIns="0" anchor="b">
            <a:normAutofit/>
          </a:bodyPr>
          <a:lstStyle>
            <a:lvl1pPr marL="0" indent="0" algn="l">
              <a:buNone/>
              <a:defRPr sz="140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b-NO" noProof="0" dirty="0"/>
              <a:t>Forfatters Navn og Etternavn</a:t>
            </a:r>
          </a:p>
        </p:txBody>
      </p:sp>
      <p:sp>
        <p:nvSpPr>
          <p:cNvPr id="26" name="Text Placeholder 5"/>
          <p:cNvSpPr>
            <a:spLocks noGrp="1"/>
          </p:cNvSpPr>
          <p:nvPr>
            <p:ph type="body" sz="quarter" idx="13" hasCustomPrompt="1"/>
          </p:nvPr>
        </p:nvSpPr>
        <p:spPr>
          <a:xfrm>
            <a:off x="1054464" y="5674992"/>
            <a:ext cx="6012000" cy="746878"/>
          </a:xfrm>
        </p:spPr>
        <p:txBody>
          <a:bodyPr lIns="0" tIns="0">
            <a:noAutofit/>
          </a:bodyPr>
          <a:lstStyle>
            <a:lvl1pPr marL="0" indent="0">
              <a:buNone/>
              <a:defRPr sz="1200" i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700" i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None/>
              <a:defRPr sz="1700" i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sz="1700" i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sz="1700" i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nb-NO" noProof="0" dirty="0"/>
              <a:t>Eventuelle adresser</a:t>
            </a:r>
          </a:p>
        </p:txBody>
      </p:sp>
      <p:sp>
        <p:nvSpPr>
          <p:cNvPr id="27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7448550" y="0"/>
            <a:ext cx="4743450" cy="6858000"/>
          </a:xfrm>
          <a:custGeom>
            <a:avLst/>
            <a:gdLst>
              <a:gd name="connsiteX0" fmla="*/ 0 w 4743450"/>
              <a:gd name="connsiteY0" fmla="*/ 6858000 h 6858000"/>
              <a:gd name="connsiteX1" fmla="*/ 1185863 w 4743450"/>
              <a:gd name="connsiteY1" fmla="*/ 0 h 6858000"/>
              <a:gd name="connsiteX2" fmla="*/ 4743450 w 4743450"/>
              <a:gd name="connsiteY2" fmla="*/ 0 h 6858000"/>
              <a:gd name="connsiteX3" fmla="*/ 3557588 w 4743450"/>
              <a:gd name="connsiteY3" fmla="*/ 6858000 h 6858000"/>
              <a:gd name="connsiteX4" fmla="*/ 0 w 4743450"/>
              <a:gd name="connsiteY4" fmla="*/ 6858000 h 6858000"/>
              <a:gd name="connsiteX0" fmla="*/ 0 w 4743450"/>
              <a:gd name="connsiteY0" fmla="*/ 6858000 h 6858000"/>
              <a:gd name="connsiteX1" fmla="*/ 1185863 w 4743450"/>
              <a:gd name="connsiteY1" fmla="*/ 0 h 6858000"/>
              <a:gd name="connsiteX2" fmla="*/ 4743450 w 4743450"/>
              <a:gd name="connsiteY2" fmla="*/ 0 h 6858000"/>
              <a:gd name="connsiteX3" fmla="*/ 4740212 w 4743450"/>
              <a:gd name="connsiteY3" fmla="*/ 6851904 h 6858000"/>
              <a:gd name="connsiteX4" fmla="*/ 0 w 4743450"/>
              <a:gd name="connsiteY4" fmla="*/ 6858000 h 6858000"/>
              <a:gd name="connsiteX0" fmla="*/ 0 w 4743450"/>
              <a:gd name="connsiteY0" fmla="*/ 6858000 h 6858000"/>
              <a:gd name="connsiteX1" fmla="*/ 2825687 w 4743450"/>
              <a:gd name="connsiteY1" fmla="*/ 0 h 6858000"/>
              <a:gd name="connsiteX2" fmla="*/ 4743450 w 4743450"/>
              <a:gd name="connsiteY2" fmla="*/ 0 h 6858000"/>
              <a:gd name="connsiteX3" fmla="*/ 4740212 w 4743450"/>
              <a:gd name="connsiteY3" fmla="*/ 6851904 h 6858000"/>
              <a:gd name="connsiteX4" fmla="*/ 0 w 4743450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743450" h="6858000">
                <a:moveTo>
                  <a:pt x="0" y="6858000"/>
                </a:moveTo>
                <a:lnTo>
                  <a:pt x="2825687" y="0"/>
                </a:lnTo>
                <a:lnTo>
                  <a:pt x="4743450" y="0"/>
                </a:lnTo>
                <a:cubicBezTo>
                  <a:pt x="4742371" y="2283968"/>
                  <a:pt x="4741291" y="4567936"/>
                  <a:pt x="4740212" y="6851904"/>
                </a:cubicBezTo>
                <a:lnTo>
                  <a:pt x="0" y="6858000"/>
                </a:lnTo>
                <a:close/>
              </a:path>
            </a:pathLst>
          </a:custGeom>
        </p:spPr>
        <p:txBody>
          <a:bodyPr/>
          <a:lstStyle>
            <a:lvl1pPr marL="0" indent="0">
              <a:buNone/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nb-NO" dirty="0"/>
              <a:t>Klikk på bildeikon hvis du vil legge til bilde</a:t>
            </a:r>
          </a:p>
        </p:txBody>
      </p:sp>
    </p:spTree>
    <p:extLst>
      <p:ext uri="{BB962C8B-B14F-4D97-AF65-F5344CB8AC3E}">
        <p14:creationId xmlns:p14="http://schemas.microsoft.com/office/powerpoint/2010/main" val="13346806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tel og innho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b-NO" dirty="0"/>
              <a:t>Klikk for å legge til en tittel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nb-NO" noProof="0" dirty="0"/>
              <a:t>Klikk for å legge til tekst</a:t>
            </a:r>
          </a:p>
          <a:p>
            <a:pPr lvl="1"/>
            <a:r>
              <a:rPr lang="nb-NO" noProof="0" dirty="0"/>
              <a:t>Andre nivå</a:t>
            </a:r>
          </a:p>
          <a:p>
            <a:pPr lvl="2"/>
            <a:r>
              <a:rPr lang="nb-NO" noProof="0" dirty="0"/>
              <a:t>Tredje nivå</a:t>
            </a:r>
          </a:p>
          <a:p>
            <a:pPr lvl="3"/>
            <a:r>
              <a:rPr lang="nb-NO" noProof="0" dirty="0"/>
              <a:t>Fjerde nivå</a:t>
            </a:r>
          </a:p>
          <a:p>
            <a:pPr lvl="4"/>
            <a:r>
              <a:rPr lang="nb-NO" noProof="0" dirty="0"/>
              <a:t>Femte nivå</a:t>
            </a:r>
          </a:p>
        </p:txBody>
      </p:sp>
    </p:spTree>
    <p:extLst>
      <p:ext uri="{BB962C8B-B14F-4D97-AF65-F5344CB8AC3E}">
        <p14:creationId xmlns:p14="http://schemas.microsoft.com/office/powerpoint/2010/main" val="408140592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nholdsdel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b-NO" dirty="0"/>
              <a:t>Klikk for å legge til en tittel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nb-NO" noProof="0" dirty="0"/>
              <a:t>Klikk for å legge til tekst</a:t>
            </a:r>
          </a:p>
          <a:p>
            <a:pPr lvl="1"/>
            <a:r>
              <a:rPr lang="nb-NO" noProof="0" dirty="0"/>
              <a:t>Andre nivå</a:t>
            </a:r>
          </a:p>
          <a:p>
            <a:pPr lvl="2"/>
            <a:r>
              <a:rPr lang="nb-NO" noProof="0" dirty="0"/>
              <a:t>Tredje nivå</a:t>
            </a:r>
          </a:p>
          <a:p>
            <a:pPr lvl="3"/>
            <a:r>
              <a:rPr lang="nb-NO" noProof="0" dirty="0"/>
              <a:t>Fjerde nivå</a:t>
            </a:r>
          </a:p>
          <a:p>
            <a:pPr lvl="4"/>
            <a:r>
              <a:rPr lang="nb-NO" noProof="0" dirty="0"/>
              <a:t>Femte nivå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nb-NO" noProof="0" dirty="0"/>
              <a:t>Klikk for å legge til tekst</a:t>
            </a:r>
          </a:p>
          <a:p>
            <a:pPr lvl="1"/>
            <a:r>
              <a:rPr lang="nb-NO" noProof="0" dirty="0"/>
              <a:t>Andre nivå</a:t>
            </a:r>
          </a:p>
          <a:p>
            <a:pPr lvl="2"/>
            <a:r>
              <a:rPr lang="nb-NO" noProof="0" dirty="0"/>
              <a:t>Tredje nivå</a:t>
            </a:r>
          </a:p>
          <a:p>
            <a:pPr lvl="3"/>
            <a:r>
              <a:rPr lang="nb-NO" noProof="0" dirty="0"/>
              <a:t>Fjerde nivå</a:t>
            </a:r>
          </a:p>
          <a:p>
            <a:pPr lvl="4"/>
            <a:r>
              <a:rPr lang="nb-NO" noProof="0" dirty="0"/>
              <a:t>Femte nivå</a:t>
            </a:r>
          </a:p>
        </p:txBody>
      </p:sp>
    </p:spTree>
    <p:extLst>
      <p:ext uri="{BB962C8B-B14F-4D97-AF65-F5344CB8AC3E}">
        <p14:creationId xmlns:p14="http://schemas.microsoft.com/office/powerpoint/2010/main" val="370908277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Bare tit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b-NO" dirty="0"/>
              <a:t>Klikk for å legge til en tittel</a:t>
            </a:r>
          </a:p>
        </p:txBody>
      </p:sp>
    </p:spTree>
    <p:extLst>
      <p:ext uri="{BB962C8B-B14F-4D97-AF65-F5344CB8AC3E}">
        <p14:creationId xmlns:p14="http://schemas.microsoft.com/office/powerpoint/2010/main" val="42702249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7646400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tellysbil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8" name="Title 7"/>
          <p:cNvSpPr>
            <a:spLocks noGrp="1"/>
          </p:cNvSpPr>
          <p:nvPr>
            <p:ph type="title" hasCustomPrompt="1"/>
          </p:nvPr>
        </p:nvSpPr>
        <p:spPr>
          <a:xfrm>
            <a:off x="1054464" y="1118585"/>
            <a:ext cx="6012000" cy="1811813"/>
          </a:xfrm>
        </p:spPr>
        <p:txBody>
          <a:bodyPr lIns="0" anchor="b">
            <a:normAutofit/>
          </a:bodyPr>
          <a:lstStyle>
            <a:lvl1pPr>
              <a:defRPr sz="2400" baseline="0">
                <a:solidFill>
                  <a:schemeClr val="bg1"/>
                </a:solidFill>
              </a:defRPr>
            </a:lvl1pPr>
          </a:lstStyle>
          <a:p>
            <a:r>
              <a:rPr lang="nb-NO" noProof="0" dirty="0"/>
              <a:t>Tittel dokumentet settes her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quarter" idx="12" hasCustomPrompt="1"/>
          </p:nvPr>
        </p:nvSpPr>
        <p:spPr>
          <a:xfrm>
            <a:off x="1054464" y="2942591"/>
            <a:ext cx="6012000" cy="1126695"/>
          </a:xfrm>
        </p:spPr>
        <p:txBody>
          <a:bodyPr lIns="0">
            <a:noAutofit/>
          </a:bodyPr>
          <a:lstStyle>
            <a:lvl1pPr marL="0" indent="0">
              <a:buNone/>
              <a:defRPr sz="1800" i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800" i="1">
                <a:solidFill>
                  <a:schemeClr val="bg1"/>
                </a:solidFill>
              </a:defRPr>
            </a:lvl2pPr>
            <a:lvl3pPr marL="914400" indent="0">
              <a:buNone/>
              <a:defRPr sz="1800" i="1">
                <a:solidFill>
                  <a:schemeClr val="bg1"/>
                </a:solidFill>
              </a:defRPr>
            </a:lvl3pPr>
            <a:lvl4pPr marL="1371600" indent="0">
              <a:buNone/>
              <a:defRPr sz="1800" i="1">
                <a:solidFill>
                  <a:schemeClr val="bg1"/>
                </a:solidFill>
              </a:defRPr>
            </a:lvl4pPr>
            <a:lvl5pPr marL="1828800" indent="0">
              <a:buNone/>
              <a:defRPr sz="1800" i="1">
                <a:solidFill>
                  <a:schemeClr val="bg1"/>
                </a:solidFill>
              </a:defRPr>
            </a:lvl5pPr>
          </a:lstStyle>
          <a:p>
            <a:pPr lvl="0"/>
            <a:r>
              <a:rPr lang="nb-NO" noProof="0" dirty="0"/>
              <a:t>Her kommer en utdypning eller undertittel</a:t>
            </a:r>
          </a:p>
        </p:txBody>
      </p:sp>
      <p:sp>
        <p:nvSpPr>
          <p:cNvPr id="17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054464" y="4208016"/>
            <a:ext cx="6012000" cy="1454784"/>
          </a:xfrm>
        </p:spPr>
        <p:txBody>
          <a:bodyPr lIns="0" anchor="b">
            <a:normAutofit/>
          </a:bodyPr>
          <a:lstStyle>
            <a:lvl1pPr marL="0" indent="0" algn="l">
              <a:buNone/>
              <a:defRPr sz="140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b-NO" noProof="0" dirty="0"/>
              <a:t>Forfatters Navn og Etternavn</a:t>
            </a:r>
          </a:p>
        </p:txBody>
      </p:sp>
      <p:sp>
        <p:nvSpPr>
          <p:cNvPr id="20" name="Text Placeholder 5"/>
          <p:cNvSpPr>
            <a:spLocks noGrp="1"/>
          </p:cNvSpPr>
          <p:nvPr>
            <p:ph type="body" sz="quarter" idx="13" hasCustomPrompt="1"/>
          </p:nvPr>
        </p:nvSpPr>
        <p:spPr>
          <a:xfrm>
            <a:off x="1054464" y="5674992"/>
            <a:ext cx="6012000" cy="746878"/>
          </a:xfrm>
        </p:spPr>
        <p:txBody>
          <a:bodyPr lIns="0" tIns="0">
            <a:noAutofit/>
          </a:bodyPr>
          <a:lstStyle>
            <a:lvl1pPr marL="0" indent="0">
              <a:buNone/>
              <a:defRPr sz="1200" i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700" i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None/>
              <a:defRPr sz="1700" i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sz="1700" i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sz="1700" i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nb-NO" noProof="0" dirty="0"/>
              <a:t>Eventuelle adresser</a:t>
            </a:r>
          </a:p>
        </p:txBody>
      </p:sp>
      <p:sp>
        <p:nvSpPr>
          <p:cNvPr id="21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7448550" y="0"/>
            <a:ext cx="4743450" cy="6858000"/>
          </a:xfrm>
          <a:custGeom>
            <a:avLst/>
            <a:gdLst>
              <a:gd name="connsiteX0" fmla="*/ 0 w 4743450"/>
              <a:gd name="connsiteY0" fmla="*/ 6858000 h 6858000"/>
              <a:gd name="connsiteX1" fmla="*/ 1185863 w 4743450"/>
              <a:gd name="connsiteY1" fmla="*/ 0 h 6858000"/>
              <a:gd name="connsiteX2" fmla="*/ 4743450 w 4743450"/>
              <a:gd name="connsiteY2" fmla="*/ 0 h 6858000"/>
              <a:gd name="connsiteX3" fmla="*/ 3557588 w 4743450"/>
              <a:gd name="connsiteY3" fmla="*/ 6858000 h 6858000"/>
              <a:gd name="connsiteX4" fmla="*/ 0 w 4743450"/>
              <a:gd name="connsiteY4" fmla="*/ 6858000 h 6858000"/>
              <a:gd name="connsiteX0" fmla="*/ 0 w 4743450"/>
              <a:gd name="connsiteY0" fmla="*/ 6858000 h 6858000"/>
              <a:gd name="connsiteX1" fmla="*/ 1185863 w 4743450"/>
              <a:gd name="connsiteY1" fmla="*/ 0 h 6858000"/>
              <a:gd name="connsiteX2" fmla="*/ 4743450 w 4743450"/>
              <a:gd name="connsiteY2" fmla="*/ 0 h 6858000"/>
              <a:gd name="connsiteX3" fmla="*/ 4740212 w 4743450"/>
              <a:gd name="connsiteY3" fmla="*/ 6851904 h 6858000"/>
              <a:gd name="connsiteX4" fmla="*/ 0 w 4743450"/>
              <a:gd name="connsiteY4" fmla="*/ 6858000 h 6858000"/>
              <a:gd name="connsiteX0" fmla="*/ 0 w 4743450"/>
              <a:gd name="connsiteY0" fmla="*/ 6858000 h 6858000"/>
              <a:gd name="connsiteX1" fmla="*/ 2825687 w 4743450"/>
              <a:gd name="connsiteY1" fmla="*/ 0 h 6858000"/>
              <a:gd name="connsiteX2" fmla="*/ 4743450 w 4743450"/>
              <a:gd name="connsiteY2" fmla="*/ 0 h 6858000"/>
              <a:gd name="connsiteX3" fmla="*/ 4740212 w 4743450"/>
              <a:gd name="connsiteY3" fmla="*/ 6851904 h 6858000"/>
              <a:gd name="connsiteX4" fmla="*/ 0 w 4743450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743450" h="6858000">
                <a:moveTo>
                  <a:pt x="0" y="6858000"/>
                </a:moveTo>
                <a:lnTo>
                  <a:pt x="2825687" y="0"/>
                </a:lnTo>
                <a:lnTo>
                  <a:pt x="4743450" y="0"/>
                </a:lnTo>
                <a:cubicBezTo>
                  <a:pt x="4742371" y="2283968"/>
                  <a:pt x="4741291" y="4567936"/>
                  <a:pt x="4740212" y="6851904"/>
                </a:cubicBezTo>
                <a:lnTo>
                  <a:pt x="0" y="6858000"/>
                </a:lnTo>
                <a:close/>
              </a:path>
            </a:pathLst>
          </a:custGeom>
        </p:spPr>
        <p:txBody>
          <a:bodyPr/>
          <a:lstStyle>
            <a:lvl1pPr marL="0" indent="0">
              <a:buNone/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nb-NO" dirty="0"/>
              <a:t>Klikk på bildeikon hvis du vil legge til bilde</a:t>
            </a:r>
          </a:p>
        </p:txBody>
      </p:sp>
    </p:spTree>
    <p:extLst>
      <p:ext uri="{BB962C8B-B14F-4D97-AF65-F5344CB8AC3E}">
        <p14:creationId xmlns:p14="http://schemas.microsoft.com/office/powerpoint/2010/main" val="210853930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tel og innho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b-NO" dirty="0"/>
              <a:t>Klikk for å legge til en tittel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nb-NO" noProof="0" dirty="0"/>
              <a:t>Klikk for å legge til tekst</a:t>
            </a:r>
          </a:p>
          <a:p>
            <a:pPr lvl="1"/>
            <a:r>
              <a:rPr lang="nb-NO" noProof="0" dirty="0"/>
              <a:t>Andre nivå</a:t>
            </a:r>
          </a:p>
          <a:p>
            <a:pPr lvl="2"/>
            <a:r>
              <a:rPr lang="nb-NO" noProof="0" dirty="0"/>
              <a:t>Tredje nivå</a:t>
            </a:r>
          </a:p>
          <a:p>
            <a:pPr lvl="3"/>
            <a:r>
              <a:rPr lang="nb-NO" noProof="0" dirty="0"/>
              <a:t>Fjerde nivå</a:t>
            </a:r>
          </a:p>
          <a:p>
            <a:pPr lvl="4"/>
            <a:r>
              <a:rPr lang="nb-NO" noProof="0" dirty="0"/>
              <a:t>Femte nivå</a:t>
            </a:r>
          </a:p>
        </p:txBody>
      </p:sp>
    </p:spTree>
    <p:extLst>
      <p:ext uri="{BB962C8B-B14F-4D97-AF65-F5344CB8AC3E}">
        <p14:creationId xmlns:p14="http://schemas.microsoft.com/office/powerpoint/2010/main" val="399554161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nholdsdel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b-NO" dirty="0"/>
              <a:t>Klikk for å legge til en tittel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nb-NO" noProof="0" dirty="0"/>
              <a:t>Klikk for å legge til tekst</a:t>
            </a:r>
          </a:p>
          <a:p>
            <a:pPr lvl="1"/>
            <a:r>
              <a:rPr lang="nb-NO" noProof="0" dirty="0"/>
              <a:t>Andre nivå</a:t>
            </a:r>
          </a:p>
          <a:p>
            <a:pPr lvl="2"/>
            <a:r>
              <a:rPr lang="nb-NO" noProof="0" dirty="0"/>
              <a:t>Tredje nivå</a:t>
            </a:r>
          </a:p>
          <a:p>
            <a:pPr lvl="3"/>
            <a:r>
              <a:rPr lang="nb-NO" noProof="0" dirty="0"/>
              <a:t>Fjerde nivå</a:t>
            </a:r>
          </a:p>
          <a:p>
            <a:pPr lvl="4"/>
            <a:r>
              <a:rPr lang="nb-NO" noProof="0" dirty="0"/>
              <a:t>Femte nivå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nb-NO" noProof="0" dirty="0"/>
              <a:t>Klikk for å legge til tekst</a:t>
            </a:r>
          </a:p>
          <a:p>
            <a:pPr lvl="1"/>
            <a:r>
              <a:rPr lang="nb-NO" noProof="0" dirty="0"/>
              <a:t>Andre nivå</a:t>
            </a:r>
          </a:p>
          <a:p>
            <a:pPr lvl="2"/>
            <a:r>
              <a:rPr lang="nb-NO" noProof="0" dirty="0"/>
              <a:t>Tredje nivå</a:t>
            </a:r>
          </a:p>
          <a:p>
            <a:pPr lvl="3"/>
            <a:r>
              <a:rPr lang="nb-NO" noProof="0" dirty="0"/>
              <a:t>Fjerde nivå</a:t>
            </a:r>
          </a:p>
          <a:p>
            <a:pPr lvl="4"/>
            <a:r>
              <a:rPr lang="nb-NO" noProof="0" dirty="0"/>
              <a:t>Femte nivå</a:t>
            </a:r>
          </a:p>
        </p:txBody>
      </p:sp>
    </p:spTree>
    <p:extLst>
      <p:ext uri="{BB962C8B-B14F-4D97-AF65-F5344CB8AC3E}">
        <p14:creationId xmlns:p14="http://schemas.microsoft.com/office/powerpoint/2010/main" val="188441610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Bare tit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b-NO" dirty="0"/>
              <a:t>Klikk for å legge til en tittel</a:t>
            </a:r>
          </a:p>
        </p:txBody>
      </p:sp>
    </p:spTree>
    <p:extLst>
      <p:ext uri="{BB962C8B-B14F-4D97-AF65-F5344CB8AC3E}">
        <p14:creationId xmlns:p14="http://schemas.microsoft.com/office/powerpoint/2010/main" val="257349316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856648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0.xml"/><Relationship Id="rId4" Type="http://schemas.openxmlformats.org/officeDocument/2006/relationships/slideLayout" Target="../slideLayouts/slideLayout9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7" Type="http://schemas.openxmlformats.org/officeDocument/2006/relationships/image" Target="../media/image3.png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theme" Target="../theme/theme3.xml"/><Relationship Id="rId5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4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7" Type="http://schemas.openxmlformats.org/officeDocument/2006/relationships/image" Target="../media/image4.png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theme" Target="../theme/theme4.xml"/><Relationship Id="rId5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b-NO" dirty="0"/>
              <a:t>Klikk for å legge til en tittel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b-NO" noProof="0" dirty="0"/>
              <a:t>Klikk for å legge til tekst</a:t>
            </a:r>
          </a:p>
          <a:p>
            <a:pPr lvl="1"/>
            <a:r>
              <a:rPr lang="nb-NO" noProof="0" dirty="0"/>
              <a:t>Andre nivå</a:t>
            </a:r>
          </a:p>
          <a:p>
            <a:pPr lvl="2"/>
            <a:r>
              <a:rPr lang="nb-NO" noProof="0" dirty="0"/>
              <a:t>Tredje nivå</a:t>
            </a:r>
          </a:p>
          <a:p>
            <a:pPr lvl="3"/>
            <a:r>
              <a:rPr lang="nb-NO" noProof="0" dirty="0"/>
              <a:t>Fjerde nivå</a:t>
            </a:r>
          </a:p>
          <a:p>
            <a:pPr lvl="4"/>
            <a:r>
              <a:rPr lang="nb-NO" noProof="0" dirty="0"/>
              <a:t>Femte nivå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356DEE-ECD7-4857-92A6-90269DFA2DF5}" type="datetimeFigureOut">
              <a:rPr lang="nb-NO" smtClean="0"/>
              <a:t>09.09.2026</a:t>
            </a:fld>
            <a:endParaRPr lang="nb-N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nb-N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502961-D91A-442E-803D-6BE684C4B445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509431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4" r:id="rId4"/>
    <p:sldLayoutId id="2147483655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b-N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b-NO" dirty="0"/>
              <a:t>Klikk for å legge til en tittel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b-NO" noProof="0" dirty="0"/>
              <a:t>Klikk for å legge til tekst</a:t>
            </a:r>
          </a:p>
          <a:p>
            <a:pPr lvl="1"/>
            <a:r>
              <a:rPr lang="nb-NO" noProof="0" dirty="0"/>
              <a:t>Andre nivå</a:t>
            </a:r>
          </a:p>
          <a:p>
            <a:pPr lvl="2"/>
            <a:r>
              <a:rPr lang="nb-NO" noProof="0" dirty="0"/>
              <a:t>Tredje nivå</a:t>
            </a:r>
          </a:p>
          <a:p>
            <a:pPr lvl="3"/>
            <a:r>
              <a:rPr lang="nb-NO" noProof="0" dirty="0"/>
              <a:t>Fjerde nivå</a:t>
            </a:r>
          </a:p>
          <a:p>
            <a:pPr lvl="4"/>
            <a:r>
              <a:rPr lang="nb-NO" noProof="0" dirty="0"/>
              <a:t>Femte nivå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356DEE-ECD7-4857-92A6-90269DFA2DF5}" type="datetimeFigureOut">
              <a:rPr lang="nb-NO" smtClean="0"/>
              <a:t>09.09.2026</a:t>
            </a:fld>
            <a:endParaRPr lang="nb-N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nb-N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502961-D91A-442E-803D-6BE684C4B445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0976100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58" r:id="rId2"/>
    <p:sldLayoutId id="2147483659" r:id="rId3"/>
    <p:sldLayoutId id="2147483660" r:id="rId4"/>
    <p:sldLayoutId id="2147483661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b-N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b-NO" dirty="0"/>
              <a:t>Klikk for å legge til en tittel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b-NO" noProof="0" dirty="0"/>
              <a:t>Klikk for å legge til tekst</a:t>
            </a:r>
          </a:p>
          <a:p>
            <a:pPr lvl="1"/>
            <a:r>
              <a:rPr lang="nb-NO" noProof="0" dirty="0"/>
              <a:t>Andre nivå</a:t>
            </a:r>
          </a:p>
          <a:p>
            <a:pPr lvl="2"/>
            <a:r>
              <a:rPr lang="nb-NO" noProof="0" dirty="0"/>
              <a:t>Tredje nivå</a:t>
            </a:r>
          </a:p>
          <a:p>
            <a:pPr lvl="3"/>
            <a:r>
              <a:rPr lang="nb-NO" noProof="0" dirty="0"/>
              <a:t>Fjerde nivå</a:t>
            </a:r>
          </a:p>
          <a:p>
            <a:pPr lvl="4"/>
            <a:r>
              <a:rPr lang="nb-NO" noProof="0" dirty="0"/>
              <a:t>Femte nivå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356DEE-ECD7-4857-92A6-90269DFA2DF5}" type="datetimeFigureOut">
              <a:rPr lang="nb-NO" smtClean="0"/>
              <a:t>09.09.2026</a:t>
            </a:fld>
            <a:endParaRPr lang="nb-N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nb-N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502961-D91A-442E-803D-6BE684C4B445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1886195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b-N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b-NO" dirty="0"/>
              <a:t>Klikk for å legge til en tittel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b-NO" noProof="0" dirty="0"/>
              <a:t>Klikk for å legge til tekst</a:t>
            </a:r>
          </a:p>
          <a:p>
            <a:pPr lvl="1"/>
            <a:r>
              <a:rPr lang="nb-NO" noProof="0" dirty="0"/>
              <a:t>Andre nivå</a:t>
            </a:r>
          </a:p>
          <a:p>
            <a:pPr lvl="2"/>
            <a:r>
              <a:rPr lang="nb-NO" noProof="0" dirty="0"/>
              <a:t>Tredje nivå</a:t>
            </a:r>
          </a:p>
          <a:p>
            <a:pPr lvl="3"/>
            <a:r>
              <a:rPr lang="nb-NO" noProof="0" dirty="0"/>
              <a:t>Fjerde nivå</a:t>
            </a:r>
          </a:p>
          <a:p>
            <a:pPr lvl="4"/>
            <a:r>
              <a:rPr lang="nb-NO" noProof="0" dirty="0"/>
              <a:t>Femte nivå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356DEE-ECD7-4857-92A6-90269DFA2DF5}" type="datetimeFigureOut">
              <a:rPr lang="nb-NO" smtClean="0"/>
              <a:t>09.09.2026</a:t>
            </a:fld>
            <a:endParaRPr lang="nb-N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nb-N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502961-D91A-442E-803D-6BE684C4B445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8825434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70" r:id="rId2"/>
    <p:sldLayoutId id="2147483671" r:id="rId3"/>
    <p:sldLayoutId id="2147483672" r:id="rId4"/>
    <p:sldLayoutId id="2147483673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b-N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4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0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7791FC-E0EA-6C14-AC4A-823EDB6CD5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nb-NO" dirty="0"/>
            </a:br>
            <a:r>
              <a:rPr lang="nb-NO" dirty="0"/>
              <a:t>Chapter 2</a:t>
            </a:r>
            <a:br>
              <a:rPr lang="nb-NO" dirty="0"/>
            </a:br>
            <a:r>
              <a:rPr lang="en-GB" dirty="0"/>
              <a:t>The Simple Linear Regression Model</a:t>
            </a:r>
            <a:endParaRPr lang="nb-NO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F138D2-D716-800C-7BD4-51214B3DFAE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nb-NO" dirty="0"/>
              <a:t>Sok-3081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060DF337-25AD-4C8F-F889-34F9AAC6B3A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nb-NO" b="1" dirty="0">
                <a:latin typeface="Arial"/>
                <a:cs typeface="Arial"/>
              </a:rPr>
              <a:t>Eirik Eriksen Heen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5AD11E3-1ED0-02B1-5A28-928F899FCB2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nb-NO" dirty="0"/>
              <a:t>9. September 2026</a:t>
            </a:r>
          </a:p>
          <a:p>
            <a:endParaRPr lang="nb-NO" dirty="0"/>
          </a:p>
        </p:txBody>
      </p:sp>
      <p:pic>
        <p:nvPicPr>
          <p:cNvPr id="10" name="Plassholder for bilde 9">
            <a:extLst>
              <a:ext uri="{FF2B5EF4-FFF2-40B4-BE49-F238E27FC236}">
                <a16:creationId xmlns:a16="http://schemas.microsoft.com/office/drawing/2014/main" id="{D4F8A7F8-162D-C8D2-9C8C-B43CD09556A7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015" r="28015"/>
          <a:stretch>
            <a:fillRect/>
          </a:stretch>
        </p:blipFill>
        <p:spPr>
          <a:custGeom>
            <a:avLst/>
            <a:gdLst>
              <a:gd name="connsiteX0" fmla="*/ 0 w 4743450"/>
              <a:gd name="connsiteY0" fmla="*/ 6858000 h 6858000"/>
              <a:gd name="connsiteX1" fmla="*/ 1185863 w 4743450"/>
              <a:gd name="connsiteY1" fmla="*/ 0 h 6858000"/>
              <a:gd name="connsiteX2" fmla="*/ 4743450 w 4743450"/>
              <a:gd name="connsiteY2" fmla="*/ 0 h 6858000"/>
              <a:gd name="connsiteX3" fmla="*/ 3557588 w 4743450"/>
              <a:gd name="connsiteY3" fmla="*/ 6858000 h 6858000"/>
              <a:gd name="connsiteX4" fmla="*/ 0 w 4743450"/>
              <a:gd name="connsiteY4" fmla="*/ 6858000 h 6858000"/>
              <a:gd name="connsiteX0" fmla="*/ 0 w 4743450"/>
              <a:gd name="connsiteY0" fmla="*/ 6858000 h 6858000"/>
              <a:gd name="connsiteX1" fmla="*/ 1185863 w 4743450"/>
              <a:gd name="connsiteY1" fmla="*/ 0 h 6858000"/>
              <a:gd name="connsiteX2" fmla="*/ 4743450 w 4743450"/>
              <a:gd name="connsiteY2" fmla="*/ 0 h 6858000"/>
              <a:gd name="connsiteX3" fmla="*/ 4740212 w 4743450"/>
              <a:gd name="connsiteY3" fmla="*/ 6851904 h 6858000"/>
              <a:gd name="connsiteX4" fmla="*/ 0 w 4743450"/>
              <a:gd name="connsiteY4" fmla="*/ 6858000 h 6858000"/>
              <a:gd name="connsiteX0" fmla="*/ 0 w 4743450"/>
              <a:gd name="connsiteY0" fmla="*/ 6858000 h 6858000"/>
              <a:gd name="connsiteX1" fmla="*/ 2825687 w 4743450"/>
              <a:gd name="connsiteY1" fmla="*/ 0 h 6858000"/>
              <a:gd name="connsiteX2" fmla="*/ 4743450 w 4743450"/>
              <a:gd name="connsiteY2" fmla="*/ 0 h 6858000"/>
              <a:gd name="connsiteX3" fmla="*/ 4740212 w 4743450"/>
              <a:gd name="connsiteY3" fmla="*/ 6851904 h 6858000"/>
              <a:gd name="connsiteX4" fmla="*/ 0 w 4743450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743450" h="6858000">
                <a:moveTo>
                  <a:pt x="0" y="6858000"/>
                </a:moveTo>
                <a:lnTo>
                  <a:pt x="2825687" y="0"/>
                </a:lnTo>
                <a:lnTo>
                  <a:pt x="4743450" y="0"/>
                </a:lnTo>
                <a:cubicBezTo>
                  <a:pt x="4742371" y="2283968"/>
                  <a:pt x="4741291" y="4567936"/>
                  <a:pt x="4740212" y="6851904"/>
                </a:cubicBezTo>
                <a:lnTo>
                  <a:pt x="0" y="6858000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4075152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86BA13D0-C5B5-2611-9DB6-7862E0EB73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b="1" dirty="0">
                <a:solidFill>
                  <a:srgbClr val="17324D"/>
                </a:solidFill>
                <a:ea typeface="Arial"/>
                <a:cs typeface="Arial"/>
              </a:rPr>
              <a:t>Learning </a:t>
            </a:r>
            <a:r>
              <a:rPr lang="nb-NO" b="1" dirty="0" err="1">
                <a:solidFill>
                  <a:srgbClr val="17324D"/>
                </a:solidFill>
                <a:ea typeface="Arial"/>
                <a:cs typeface="Arial"/>
              </a:rPr>
              <a:t>path</a:t>
            </a:r>
            <a:endParaRPr lang="nb-NO" dirty="0"/>
          </a:p>
        </p:txBody>
      </p:sp>
      <p:sp>
        <p:nvSpPr>
          <p:cNvPr id="4" name="Plassholder for innhold 3">
            <a:extLst>
              <a:ext uri="{FF2B5EF4-FFF2-40B4-BE49-F238E27FC236}">
                <a16:creationId xmlns:a16="http://schemas.microsoft.com/office/drawing/2014/main" id="{129358B7-9D5D-887D-FF40-0E798B7B6B4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GB" dirty="0"/>
              <a:t>Economic question</a:t>
            </a:r>
          </a:p>
          <a:p>
            <a:r>
              <a:rPr lang="en-GB" dirty="0"/>
              <a:t>Regression model</a:t>
            </a:r>
          </a:p>
          <a:p>
            <a:r>
              <a:rPr lang="en-GB" dirty="0"/>
              <a:t>OLS line</a:t>
            </a:r>
          </a:p>
          <a:p>
            <a:r>
              <a:rPr lang="en-GB" dirty="0"/>
              <a:t>Coefficients and residuals</a:t>
            </a:r>
          </a:p>
          <a:p>
            <a:endParaRPr lang="nb-NO" dirty="0"/>
          </a:p>
        </p:txBody>
      </p:sp>
      <p:sp>
        <p:nvSpPr>
          <p:cNvPr id="5" name="Plassholder for innhold 4">
            <a:extLst>
              <a:ext uri="{FF2B5EF4-FFF2-40B4-BE49-F238E27FC236}">
                <a16:creationId xmlns:a16="http://schemas.microsoft.com/office/drawing/2014/main" id="{E9A3617E-8213-D452-AF72-65A5641F851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GB" dirty="0"/>
              <a:t>Estimator and estimate</a:t>
            </a:r>
          </a:p>
          <a:p>
            <a:r>
              <a:rPr lang="en-GB" dirty="0"/>
              <a:t>Repeated samples</a:t>
            </a:r>
          </a:p>
          <a:p>
            <a:r>
              <a:rPr lang="en-GB" dirty="0"/>
              <a:t>Precision and standard errors</a:t>
            </a:r>
          </a:p>
        </p:txBody>
      </p:sp>
    </p:spTree>
    <p:extLst>
      <p:ext uri="{BB962C8B-B14F-4D97-AF65-F5344CB8AC3E}">
        <p14:creationId xmlns:p14="http://schemas.microsoft.com/office/powerpoint/2010/main" val="8560335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50A340E7-602E-A49B-1FDB-366BEC6A8E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nb-NO" dirty="0"/>
              <a:t>An </a:t>
            </a:r>
            <a:r>
              <a:rPr lang="nb-NO" dirty="0" err="1"/>
              <a:t>Economic</a:t>
            </a:r>
            <a:r>
              <a:rPr lang="nb-NO" dirty="0"/>
              <a:t> Model 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EBE1DF36-C917-6304-9B81-3939B89FEB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dirty="0"/>
              <a:t>Think of typical food expenditure</a:t>
            </a:r>
          </a:p>
          <a:p>
            <a:r>
              <a:rPr lang="en-US" dirty="0"/>
              <a:t>Does increase or decrease with income?</a:t>
            </a:r>
          </a:p>
          <a:p>
            <a:r>
              <a:rPr lang="en-US" dirty="0"/>
              <a:t>How much do you think is fixed?</a:t>
            </a:r>
          </a:p>
          <a:p>
            <a:r>
              <a:rPr lang="en-US" dirty="0"/>
              <a:t>How much depend on income?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If income in the region increases by $100 dollars much more sales does local retailers get?</a:t>
            </a:r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5" name="Plassholder for innhold 2">
            <a:extLst>
              <a:ext uri="{FF2B5EF4-FFF2-40B4-BE49-F238E27FC236}">
                <a16:creationId xmlns:a16="http://schemas.microsoft.com/office/drawing/2014/main" id="{558BD6DE-DED3-EA24-CE74-8D2BBCB44064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810328591"/>
              </p:ext>
            </p:extLst>
          </p:nvPr>
        </p:nvGraphicFramePr>
        <p:xfrm>
          <a:off x="838200" y="1825625"/>
          <a:ext cx="5181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036932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7D6A5297-271C-4540-642C-8FFB186413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GB" dirty="0"/>
              <a:t>An economic model</a:t>
            </a:r>
          </a:p>
        </p:txBody>
      </p:sp>
      <p:graphicFrame>
        <p:nvGraphicFramePr>
          <p:cNvPr id="5" name="Plassholder for innhold 2">
            <a:extLst>
              <a:ext uri="{FF2B5EF4-FFF2-40B4-BE49-F238E27FC236}">
                <a16:creationId xmlns:a16="http://schemas.microsoft.com/office/drawing/2014/main" id="{CC9F0579-68F2-EF60-11BE-04E5D4367F0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39421386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1305370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BFE480-66F9-87CB-2F91-1BCB03A6B2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5238E17F-C3A2-534D-C849-B567791A98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A household spending rule</a:t>
            </a:r>
          </a:p>
        </p:txBody>
      </p:sp>
      <p:sp>
        <p:nvSpPr>
          <p:cNvPr id="4" name="Plassholder for innhold 3">
            <a:extLst>
              <a:ext uri="{FF2B5EF4-FFF2-40B4-BE49-F238E27FC236}">
                <a16:creationId xmlns:a16="http://schemas.microsoft.com/office/drawing/2014/main" id="{DE356D81-418C-B2AA-0CEE-7E44E6AA9E7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A household spends per week:</a:t>
            </a:r>
          </a:p>
          <a:p>
            <a:r>
              <a:rPr lang="en-GB" dirty="0"/>
              <a:t>80 dollars</a:t>
            </a:r>
          </a:p>
          <a:p>
            <a:r>
              <a:rPr lang="en-GB" dirty="0"/>
              <a:t>plus 12 cents from every dollar of income</a:t>
            </a:r>
          </a:p>
          <a:p>
            <a:endParaRPr lang="nb-NO" dirty="0"/>
          </a:p>
        </p:txBody>
      </p:sp>
      <p:sp>
        <p:nvSpPr>
          <p:cNvPr id="7" name="Rektangel: avrundede hjørner 6">
            <a:extLst>
              <a:ext uri="{FF2B5EF4-FFF2-40B4-BE49-F238E27FC236}">
                <a16:creationId xmlns:a16="http://schemas.microsoft.com/office/drawing/2014/main" id="{79304987-5213-A272-DE18-B4B553E4641E}"/>
              </a:ext>
            </a:extLst>
          </p:cNvPr>
          <p:cNvSpPr>
            <a:spLocks noGrp="1"/>
          </p:cNvSpPr>
          <p:nvPr/>
        </p:nvSpPr>
        <p:spPr>
          <a:xfrm>
            <a:off x="838199" y="3957174"/>
            <a:ext cx="4743994" cy="1609360"/>
          </a:xfrm>
          <a:prstGeom prst="roundRect">
            <a:avLst>
              <a:gd name="adj" fmla="val 12000"/>
            </a:avLst>
          </a:prstGeom>
          <a:solidFill>
            <a:srgbClr val="E8F2F7"/>
          </a:solidFill>
          <a:ln w="9525">
            <a:solidFill>
              <a:srgbClr val="B7CDD9"/>
            </a:solidFill>
          </a:ln>
        </p:spPr>
        <p:txBody>
          <a:bodyPr/>
          <a:lstStyle/>
          <a:p>
            <a:endParaRPr lang="nb-NO"/>
          </a:p>
        </p:txBody>
      </p:sp>
      <p:cxnSp>
        <p:nvCxnSpPr>
          <p:cNvPr id="9" name="Rett pilkobling 8">
            <a:extLst>
              <a:ext uri="{FF2B5EF4-FFF2-40B4-BE49-F238E27FC236}">
                <a16:creationId xmlns:a16="http://schemas.microsoft.com/office/drawing/2014/main" id="{2C22413F-3CED-0535-A647-0ABEA649FA96}"/>
              </a:ext>
            </a:extLst>
          </p:cNvPr>
          <p:cNvCxnSpPr>
            <a:cxnSpLocks/>
          </p:cNvCxnSpPr>
          <p:nvPr/>
        </p:nvCxnSpPr>
        <p:spPr>
          <a:xfrm flipV="1">
            <a:off x="7639371" y="1774556"/>
            <a:ext cx="0" cy="36001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Rett pilkobling 11">
            <a:extLst>
              <a:ext uri="{FF2B5EF4-FFF2-40B4-BE49-F238E27FC236}">
                <a16:creationId xmlns:a16="http://schemas.microsoft.com/office/drawing/2014/main" id="{C5BD55C8-544A-1C88-1AEE-A08D09A46006}"/>
              </a:ext>
            </a:extLst>
          </p:cNvPr>
          <p:cNvCxnSpPr/>
          <p:nvPr/>
        </p:nvCxnSpPr>
        <p:spPr>
          <a:xfrm>
            <a:off x="7639371" y="5374737"/>
            <a:ext cx="424653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ktangel 13">
            <a:extLst>
              <a:ext uri="{FF2B5EF4-FFF2-40B4-BE49-F238E27FC236}">
                <a16:creationId xmlns:a16="http://schemas.microsoft.com/office/drawing/2014/main" id="{7E7A87CB-A8FB-16F2-14DE-F88CE8381134}"/>
              </a:ext>
            </a:extLst>
          </p:cNvPr>
          <p:cNvSpPr>
            <a:spLocks noGrp="1"/>
          </p:cNvSpPr>
          <p:nvPr/>
        </p:nvSpPr>
        <p:spPr>
          <a:xfrm>
            <a:off x="1370307" y="3971279"/>
            <a:ext cx="3648075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5000" lnSpcReduction="10000"/>
          </a:bodyPr>
          <a:lstStyle/>
          <a:p>
            <a:pPr algn="ctr">
              <a:defRPr sz="1800" b="0">
                <a:solidFill>
                  <a:srgbClr val="17242E"/>
                </a:solidFill>
                <a:latin typeface="Arial"/>
                <a:ea typeface="Arial"/>
                <a:cs typeface="Arial"/>
              </a:defRPr>
            </a:pPr>
            <a:r>
              <a:rPr sz="1800" b="0" dirty="0">
                <a:solidFill>
                  <a:srgbClr val="17242E"/>
                </a:solidFill>
                <a:latin typeface="Arial"/>
                <a:ea typeface="Arial"/>
                <a:cs typeface="Arial"/>
              </a:rPr>
              <a:t>Income rises from 1,000 to 1,100 dollars</a:t>
            </a:r>
          </a:p>
        </p:txBody>
      </p:sp>
      <p:sp>
        <p:nvSpPr>
          <p:cNvPr id="16" name="Rektangel 15">
            <a:extLst>
              <a:ext uri="{FF2B5EF4-FFF2-40B4-BE49-F238E27FC236}">
                <a16:creationId xmlns:a16="http://schemas.microsoft.com/office/drawing/2014/main" id="{FE97CB52-0C54-28F8-0437-AF5384E641DE}"/>
              </a:ext>
            </a:extLst>
          </p:cNvPr>
          <p:cNvSpPr>
            <a:spLocks noGrp="1"/>
          </p:cNvSpPr>
          <p:nvPr/>
        </p:nvSpPr>
        <p:spPr>
          <a:xfrm>
            <a:off x="1370307" y="4523729"/>
            <a:ext cx="3648075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62500" lnSpcReduction="20000"/>
          </a:bodyPr>
          <a:lstStyle/>
          <a:p>
            <a:pPr algn="ctr">
              <a:defRPr sz="2250" b="1">
                <a:solidFill>
                  <a:srgbClr val="C43D4F"/>
                </a:solidFill>
                <a:latin typeface="Arial"/>
                <a:ea typeface="Arial"/>
                <a:cs typeface="Arial"/>
              </a:defRPr>
            </a:pPr>
            <a:r>
              <a:rPr sz="2250" b="1" dirty="0">
                <a:solidFill>
                  <a:srgbClr val="C43D4F"/>
                </a:solidFill>
                <a:latin typeface="Arial"/>
                <a:ea typeface="Arial"/>
                <a:cs typeface="Arial"/>
              </a:rPr>
              <a:t>How much does food expenditure change?</a:t>
            </a:r>
          </a:p>
        </p:txBody>
      </p:sp>
      <p:sp>
        <p:nvSpPr>
          <p:cNvPr id="17" name="TekstSylinder 16">
            <a:extLst>
              <a:ext uri="{FF2B5EF4-FFF2-40B4-BE49-F238E27FC236}">
                <a16:creationId xmlns:a16="http://schemas.microsoft.com/office/drawing/2014/main" id="{E930F2A0-269B-A0BE-2247-0A6E41B7656B}"/>
              </a:ext>
            </a:extLst>
          </p:cNvPr>
          <p:cNvSpPr txBox="1"/>
          <p:nvPr/>
        </p:nvSpPr>
        <p:spPr>
          <a:xfrm>
            <a:off x="7096930" y="1410346"/>
            <a:ext cx="7361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dirty="0" err="1"/>
              <a:t>food</a:t>
            </a:r>
            <a:endParaRPr lang="nb-NO" dirty="0"/>
          </a:p>
        </p:txBody>
      </p:sp>
      <p:sp>
        <p:nvSpPr>
          <p:cNvPr id="19" name="TekstSylinder 18">
            <a:extLst>
              <a:ext uri="{FF2B5EF4-FFF2-40B4-BE49-F238E27FC236}">
                <a16:creationId xmlns:a16="http://schemas.microsoft.com/office/drawing/2014/main" id="{DC331D9D-88DF-4314-DA35-F4494EA7C16D}"/>
              </a:ext>
            </a:extLst>
          </p:cNvPr>
          <p:cNvSpPr txBox="1"/>
          <p:nvPr/>
        </p:nvSpPr>
        <p:spPr>
          <a:xfrm>
            <a:off x="11041028" y="5374737"/>
            <a:ext cx="10538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dirty="0" err="1"/>
              <a:t>income</a:t>
            </a:r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31863957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46C86B-B738-599A-214E-0B43CE3601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0C674D6E-C7BE-1966-276B-018166CE71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GB" noProof="0" dirty="0"/>
              <a:t>A simple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Plassholder for innhold 3">
                <a:extLst>
                  <a:ext uri="{FF2B5EF4-FFF2-40B4-BE49-F238E27FC236}">
                    <a16:creationId xmlns:a16="http://schemas.microsoft.com/office/drawing/2014/main" id="{980C58C9-CB05-E205-32C8-27D33E2CF373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838200" y="1825625"/>
                <a:ext cx="5181600" cy="4351338"/>
              </a:xfrm>
            </p:spPr>
            <p:txBody>
              <a:bodyPr>
                <a:normAutofit/>
              </a:bodyPr>
              <a:lstStyle/>
              <a:p>
                <a:r>
                  <a:rPr lang="en-GB" noProof="0" dirty="0"/>
                  <a:t>Let us add our simple model</a:t>
                </a:r>
              </a:p>
              <a:p>
                <a:endParaRPr lang="en-GB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b-NO" b="0" i="1" smtClean="0">
                          <a:latin typeface="Cambria Math" panose="02040503050406030204" pitchFamily="18" charset="0"/>
                        </a:rPr>
                        <m:t>𝑓𝑜𝑜𝑑</m:t>
                      </m:r>
                      <m:r>
                        <a:rPr lang="nb-NO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nb-NO" b="0" i="1" smtClean="0">
                          <a:latin typeface="Cambria Math" panose="02040503050406030204" pitchFamily="18" charset="0"/>
                        </a:rPr>
                        <m:t>80</m:t>
                      </m:r>
                      <m:r>
                        <a:rPr lang="nb-NO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nb-NO" b="0" i="1" smtClean="0">
                          <a:latin typeface="Cambria Math" panose="02040503050406030204" pitchFamily="18" charset="0"/>
                        </a:rPr>
                        <m:t>0.12</m:t>
                      </m:r>
                      <m:r>
                        <a:rPr lang="nb-NO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nb-NO" b="0" i="1" smtClean="0">
                          <a:latin typeface="Cambria Math" panose="02040503050406030204" pitchFamily="18" charset="0"/>
                        </a:rPr>
                        <m:t>𝑖𝑛𝑐𝑜𝑚𝑒</m:t>
                      </m:r>
                    </m:oMath>
                  </m:oMathPara>
                </a14:m>
                <a:endParaRPr lang="en-GB" noProof="0" dirty="0"/>
              </a:p>
              <a:p>
                <a:pPr marL="0" indent="0">
                  <a:buNone/>
                </a:pPr>
                <a:endParaRPr lang="en-GB" noProof="0" dirty="0"/>
              </a:p>
              <a:p>
                <a:r>
                  <a:rPr lang="en-GB" dirty="0"/>
                  <a:t>Okey fit</a:t>
                </a:r>
              </a:p>
              <a:p>
                <a:pPr lvl="1"/>
                <a:r>
                  <a:rPr lang="en-GB" dirty="0"/>
                  <a:t>But not very scientific</a:t>
                </a:r>
                <a:endParaRPr lang="en-GB" noProof="0" dirty="0"/>
              </a:p>
            </p:txBody>
          </p:sp>
        </mc:Choice>
        <mc:Fallback xmlns="">
          <p:sp>
            <p:nvSpPr>
              <p:cNvPr id="4" name="Plassholder for innhold 3">
                <a:extLst>
                  <a:ext uri="{FF2B5EF4-FFF2-40B4-BE49-F238E27FC236}">
                    <a16:creationId xmlns:a16="http://schemas.microsoft.com/office/drawing/2014/main" id="{980C58C9-CB05-E205-32C8-27D33E2CF37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838200" y="1825625"/>
                <a:ext cx="5181600" cy="4351338"/>
              </a:xfrm>
              <a:blipFill>
                <a:blip r:embed="rId3"/>
                <a:stretch>
                  <a:fillRect l="-2118" t="-2381"/>
                </a:stretch>
              </a:blipFill>
            </p:spPr>
            <p:txBody>
              <a:bodyPr/>
              <a:lstStyle/>
              <a:p>
                <a:r>
                  <a:rPr lang="nb-NO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Bilde 5">
            <a:extLst>
              <a:ext uri="{FF2B5EF4-FFF2-40B4-BE49-F238E27FC236}">
                <a16:creationId xmlns:a16="http://schemas.microsoft.com/office/drawing/2014/main" id="{1D5D8701-AC79-25F2-4300-24A15268D9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38949" y="1043145"/>
            <a:ext cx="6360214" cy="5375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51861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AD4BD0CB-A1FD-2872-D21B-C6E88FD83E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sample and its units</a:t>
            </a:r>
            <a:endParaRPr lang="en-GB" dirty="0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7635E00E-E586-7AD2-5D42-4B61844EC1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sample contains 40 households.</a:t>
            </a:r>
          </a:p>
          <a:p>
            <a:pPr lvl="1"/>
            <a:r>
              <a:rPr lang="en-US" dirty="0"/>
              <a:t>3 persons household</a:t>
            </a:r>
          </a:p>
          <a:p>
            <a:r>
              <a:rPr lang="en-US" dirty="0"/>
              <a:t>y = weekly food expenditure, measured in dollars.</a:t>
            </a:r>
          </a:p>
          <a:p>
            <a:r>
              <a:rPr lang="en-US" dirty="0"/>
              <a:t>x = weekly household income, measured in dollars.</a:t>
            </a:r>
          </a:p>
          <a:p>
            <a:r>
              <a:rPr lang="en-US" dirty="0"/>
              <a:t>From the dataset food</a:t>
            </a:r>
          </a:p>
        </p:txBody>
      </p:sp>
    </p:spTree>
    <p:extLst>
      <p:ext uri="{BB962C8B-B14F-4D97-AF65-F5344CB8AC3E}">
        <p14:creationId xmlns:p14="http://schemas.microsoft.com/office/powerpoint/2010/main" val="24147553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A25065-31EC-4DC6-68EC-987B77EF26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E45CC3F8-47EF-1F08-CB6B-A96A80CA8C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GB" noProof="0" dirty="0"/>
              <a:t>The simple regression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Plassholder for innhold 3">
                <a:extLst>
                  <a:ext uri="{FF2B5EF4-FFF2-40B4-BE49-F238E27FC236}">
                    <a16:creationId xmlns:a16="http://schemas.microsoft.com/office/drawing/2014/main" id="{C1089162-D77C-3E4E-9321-6D8C7B844604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838200" y="1825625"/>
                <a:ext cx="5181600" cy="435133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nb-NO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b-NO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nb-NO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nb-NO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nb-NO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b-NO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nb-NO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nb-NO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nb-NO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b-NO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nb-NO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nb-NO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nb-NO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b-NO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nb-NO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nb-NO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nb-NO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b-NO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nb-NO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nb-NO" dirty="0"/>
              </a:p>
            </p:txBody>
          </p:sp>
        </mc:Choice>
        <mc:Fallback xmlns="">
          <p:sp>
            <p:nvSpPr>
              <p:cNvPr id="4" name="Plassholder for innhold 3">
                <a:extLst>
                  <a:ext uri="{FF2B5EF4-FFF2-40B4-BE49-F238E27FC236}">
                    <a16:creationId xmlns:a16="http://schemas.microsoft.com/office/drawing/2014/main" id="{C1089162-D77C-3E4E-9321-6D8C7B84460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838200" y="1825625"/>
                <a:ext cx="5181600" cy="4351338"/>
              </a:xfr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b-N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Høyre klammeparentes 5">
            <a:extLst>
              <a:ext uri="{FF2B5EF4-FFF2-40B4-BE49-F238E27FC236}">
                <a16:creationId xmlns:a16="http://schemas.microsoft.com/office/drawing/2014/main" id="{7873CC41-8C42-8A15-3634-C1C0EA2AF5E1}"/>
              </a:ext>
            </a:extLst>
          </p:cNvPr>
          <p:cNvSpPr/>
          <p:nvPr/>
        </p:nvSpPr>
        <p:spPr>
          <a:xfrm rot="5400000">
            <a:off x="3239145" y="1565329"/>
            <a:ext cx="497775" cy="1935461"/>
          </a:xfrm>
          <a:prstGeom prst="rightBrac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8" name="TekstSylinder 7">
            <a:extLst>
              <a:ext uri="{FF2B5EF4-FFF2-40B4-BE49-F238E27FC236}">
                <a16:creationId xmlns:a16="http://schemas.microsoft.com/office/drawing/2014/main" id="{6E6EECA4-B71E-F3DC-CD5A-BA4870575811}"/>
              </a:ext>
            </a:extLst>
          </p:cNvPr>
          <p:cNvSpPr txBox="1"/>
          <p:nvPr/>
        </p:nvSpPr>
        <p:spPr>
          <a:xfrm>
            <a:off x="2719953" y="2921431"/>
            <a:ext cx="12631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noProof="0" dirty="0"/>
              <a:t>Economic model</a:t>
            </a:r>
          </a:p>
        </p:txBody>
      </p:sp>
      <p:sp>
        <p:nvSpPr>
          <p:cNvPr id="11" name="TekstSylinder 10">
            <a:extLst>
              <a:ext uri="{FF2B5EF4-FFF2-40B4-BE49-F238E27FC236}">
                <a16:creationId xmlns:a16="http://schemas.microsoft.com/office/drawing/2014/main" id="{DFA2470D-737A-C586-CEDB-8111FE6077FE}"/>
              </a:ext>
            </a:extLst>
          </p:cNvPr>
          <p:cNvSpPr txBox="1"/>
          <p:nvPr/>
        </p:nvSpPr>
        <p:spPr>
          <a:xfrm>
            <a:off x="4369876" y="2921431"/>
            <a:ext cx="12631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noProof="0" dirty="0"/>
              <a:t>Everything else</a:t>
            </a:r>
          </a:p>
        </p:txBody>
      </p:sp>
      <p:sp>
        <p:nvSpPr>
          <p:cNvPr id="15" name="Høyre klammeparentes 14">
            <a:extLst>
              <a:ext uri="{FF2B5EF4-FFF2-40B4-BE49-F238E27FC236}">
                <a16:creationId xmlns:a16="http://schemas.microsoft.com/office/drawing/2014/main" id="{8D1E84EF-7C0F-F4C7-6C3F-B400FACF2390}"/>
              </a:ext>
            </a:extLst>
          </p:cNvPr>
          <p:cNvSpPr/>
          <p:nvPr/>
        </p:nvSpPr>
        <p:spPr>
          <a:xfrm rot="5400000">
            <a:off x="4652450" y="2296711"/>
            <a:ext cx="497775" cy="472696"/>
          </a:xfrm>
          <a:prstGeom prst="rightBrac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pic>
        <p:nvPicPr>
          <p:cNvPr id="20" name="Bilde 19">
            <a:extLst>
              <a:ext uri="{FF2B5EF4-FFF2-40B4-BE49-F238E27FC236}">
                <a16:creationId xmlns:a16="http://schemas.microsoft.com/office/drawing/2014/main" id="{9DC32000-D7AC-F194-5510-50AE9E1E29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5475" y="1537063"/>
            <a:ext cx="5263244" cy="4448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48723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D4D68A9C-4F17-B5F2-3CBB-7D336E6C6F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Figure 2.1</a:t>
            </a:r>
          </a:p>
        </p:txBody>
      </p:sp>
      <p:pic>
        <p:nvPicPr>
          <p:cNvPr id="3" name="Bilde 2">
            <a:extLst>
              <a:ext uri="{FF2B5EF4-FFF2-40B4-BE49-F238E27FC236}">
                <a16:creationId xmlns:a16="http://schemas.microsoft.com/office/drawing/2014/main" id="{3093C671-CA75-3052-E6F6-F97D87B063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62823"/>
            <a:ext cx="7280044" cy="3257820"/>
          </a:xfrm>
          <a:prstGeom prst="rect">
            <a:avLst/>
          </a:prstGeom>
          <a:noFill/>
        </p:spPr>
      </p:pic>
      <p:cxnSp>
        <p:nvCxnSpPr>
          <p:cNvPr id="4" name="Rett pilkobling 3">
            <a:extLst>
              <a:ext uri="{FF2B5EF4-FFF2-40B4-BE49-F238E27FC236}">
                <a16:creationId xmlns:a16="http://schemas.microsoft.com/office/drawing/2014/main" id="{3B313DB7-2A3C-23DC-CA9F-B50833F75904}"/>
              </a:ext>
            </a:extLst>
          </p:cNvPr>
          <p:cNvCxnSpPr>
            <a:cxnSpLocks/>
          </p:cNvCxnSpPr>
          <p:nvPr/>
        </p:nvCxnSpPr>
        <p:spPr>
          <a:xfrm flipV="1">
            <a:off x="8313547" y="1791642"/>
            <a:ext cx="0" cy="36001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Rett pilkobling 5">
            <a:extLst>
              <a:ext uri="{FF2B5EF4-FFF2-40B4-BE49-F238E27FC236}">
                <a16:creationId xmlns:a16="http://schemas.microsoft.com/office/drawing/2014/main" id="{C9D69E32-3375-79F4-B169-AEC12D86116A}"/>
              </a:ext>
            </a:extLst>
          </p:cNvPr>
          <p:cNvCxnSpPr>
            <a:cxnSpLocks/>
          </p:cNvCxnSpPr>
          <p:nvPr/>
        </p:nvCxnSpPr>
        <p:spPr>
          <a:xfrm>
            <a:off x="8313547" y="5391823"/>
            <a:ext cx="365889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kstSylinder 6">
            <a:extLst>
              <a:ext uri="{FF2B5EF4-FFF2-40B4-BE49-F238E27FC236}">
                <a16:creationId xmlns:a16="http://schemas.microsoft.com/office/drawing/2014/main" id="{90EE09F5-B702-B3E5-43E9-24C135D09895}"/>
              </a:ext>
            </a:extLst>
          </p:cNvPr>
          <p:cNvSpPr txBox="1"/>
          <p:nvPr/>
        </p:nvSpPr>
        <p:spPr>
          <a:xfrm>
            <a:off x="7771106" y="1427432"/>
            <a:ext cx="7361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dirty="0" err="1"/>
              <a:t>food</a:t>
            </a:r>
            <a:endParaRPr lang="nb-NO" dirty="0"/>
          </a:p>
        </p:txBody>
      </p:sp>
      <p:sp>
        <p:nvSpPr>
          <p:cNvPr id="8" name="TekstSylinder 7">
            <a:extLst>
              <a:ext uri="{FF2B5EF4-FFF2-40B4-BE49-F238E27FC236}">
                <a16:creationId xmlns:a16="http://schemas.microsoft.com/office/drawing/2014/main" id="{CC3ACB80-0A2D-426A-1DE5-54672890D9E2}"/>
              </a:ext>
            </a:extLst>
          </p:cNvPr>
          <p:cNvSpPr txBox="1"/>
          <p:nvPr/>
        </p:nvSpPr>
        <p:spPr>
          <a:xfrm>
            <a:off x="11312248" y="5500312"/>
            <a:ext cx="10538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dirty="0" err="1"/>
              <a:t>income</a:t>
            </a:r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4293379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E8E0D326-347D-6F8B-D368-2866C16C44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econometric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lassholder for innhold 2">
                <a:extLst>
                  <a:ext uri="{FF2B5EF4-FFF2-40B4-BE49-F238E27FC236}">
                    <a16:creationId xmlns:a16="http://schemas.microsoft.com/office/drawing/2014/main" id="{0FA82779-E703-D8DA-472C-6C1284FF814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2483781"/>
                <a:ext cx="5694336" cy="3693181"/>
              </a:xfrm>
            </p:spPr>
            <p:txBody>
              <a:bodyPr>
                <a:normAutofit fontScale="85000" lnSpcReduction="10000"/>
              </a:bodyPr>
              <a:lstStyle/>
              <a:p>
                <a:pPr marL="0" indent="0">
                  <a:buNone/>
                </a:pPr>
                <a:r>
                  <a:rPr lang="en-US" dirty="0"/>
                  <a:t>Population parameters: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nb-NO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b-NO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nb-NO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is the population intercept.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nb-NO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b-NO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nb-NO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is the population slope.</a:t>
                </a:r>
              </a:p>
              <a:p>
                <a:pPr marL="0" indent="0">
                  <a:buNone/>
                </a:pPr>
                <a:r>
                  <a:rPr lang="en-GB" dirty="0"/>
                  <a:t>Error term: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nb-NO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b-NO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nb-NO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nb-NO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includes other influences 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b-NO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b-NO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nb-NO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that the model does not explicitly include.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r>
                  <a:rPr lang="en-US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rPr>
                  <a:t>We observe: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b-NO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b-NO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nb-NO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b-NO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b-NO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nb-NO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rPr>
                  <a:t>. </a:t>
                </a:r>
              </a:p>
              <a:p>
                <a:r>
                  <a:rPr lang="en-US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rPr>
                  <a:t>We do not observe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b-NO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b-NO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nb-NO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b-NO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b-NO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nb-NO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nb-NO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rPr>
                  <a:t>, 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b-NO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b-NO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nb-NO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nb-NO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rPr>
                  <a:t>.</a:t>
                </a:r>
              </a:p>
              <a:p>
                <a:endParaRPr lang="en-US" dirty="0"/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3" name="Plassholder for innhold 2">
                <a:extLst>
                  <a:ext uri="{FF2B5EF4-FFF2-40B4-BE49-F238E27FC236}">
                    <a16:creationId xmlns:a16="http://schemas.microsoft.com/office/drawing/2014/main" id="{0FA82779-E703-D8DA-472C-6C1284FF814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2483781"/>
                <a:ext cx="5694336" cy="3693181"/>
              </a:xfrm>
              <a:blipFill>
                <a:blip r:embed="rId2"/>
                <a:stretch>
                  <a:fillRect l="-1713" t="-3135" b="-1650"/>
                </a:stretch>
              </a:blipFill>
            </p:spPr>
            <p:txBody>
              <a:bodyPr/>
              <a:lstStyle/>
              <a:p>
                <a:r>
                  <a:rPr lang="nb-NO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Bilde 9">
            <a:extLst>
              <a:ext uri="{FF2B5EF4-FFF2-40B4-BE49-F238E27FC236}">
                <a16:creationId xmlns:a16="http://schemas.microsoft.com/office/drawing/2014/main" id="{245C88B6-AFDD-3960-BB33-EEB0B1402C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2536" y="1825625"/>
            <a:ext cx="5635571" cy="4762670"/>
          </a:xfrm>
          <a:prstGeom prst="rect">
            <a:avLst/>
          </a:prstGeom>
        </p:spPr>
      </p:pic>
      <p:sp>
        <p:nvSpPr>
          <p:cNvPr id="11" name="Rektangel: avrundede hjørner 10">
            <a:extLst>
              <a:ext uri="{FF2B5EF4-FFF2-40B4-BE49-F238E27FC236}">
                <a16:creationId xmlns:a16="http://schemas.microsoft.com/office/drawing/2014/main" id="{D4180946-B8F9-A445-6AE6-71DFD9E29012}"/>
              </a:ext>
            </a:extLst>
          </p:cNvPr>
          <p:cNvSpPr/>
          <p:nvPr/>
        </p:nvSpPr>
        <p:spPr>
          <a:xfrm>
            <a:off x="1093599" y="1426283"/>
            <a:ext cx="4618494" cy="72842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kstSylinder 14">
                <a:extLst>
                  <a:ext uri="{FF2B5EF4-FFF2-40B4-BE49-F238E27FC236}">
                    <a16:creationId xmlns:a16="http://schemas.microsoft.com/office/drawing/2014/main" id="{41C014BF-34A5-06B3-6320-8F4C072559C6}"/>
                  </a:ext>
                </a:extLst>
              </p:cNvPr>
              <p:cNvSpPr txBox="1"/>
              <p:nvPr/>
            </p:nvSpPr>
            <p:spPr>
              <a:xfrm>
                <a:off x="1528520" y="1496547"/>
                <a:ext cx="3748653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nb-NO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b-NO" sz="28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nb-NO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nb-NO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nb-NO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b-NO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nb-NO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nb-NO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nb-NO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b-NO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nb-NO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nb-NO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nb-NO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b-NO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nb-NO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nb-NO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nb-NO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b-NO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nb-NO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5" name="TekstSylinder 14">
                <a:extLst>
                  <a:ext uri="{FF2B5EF4-FFF2-40B4-BE49-F238E27FC236}">
                    <a16:creationId xmlns:a16="http://schemas.microsoft.com/office/drawing/2014/main" id="{41C014BF-34A5-06B3-6320-8F4C072559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8520" y="1496547"/>
                <a:ext cx="3748653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b-N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Ellipse 4">
            <a:extLst>
              <a:ext uri="{FF2B5EF4-FFF2-40B4-BE49-F238E27FC236}">
                <a16:creationId xmlns:a16="http://schemas.microsoft.com/office/drawing/2014/main" id="{EA3E63D1-9CF3-4CC9-5D62-8945A270DB30}"/>
              </a:ext>
            </a:extLst>
          </p:cNvPr>
          <p:cNvSpPr/>
          <p:nvPr/>
        </p:nvSpPr>
        <p:spPr>
          <a:xfrm>
            <a:off x="10398797" y="269705"/>
            <a:ext cx="1354914" cy="627398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Lab 1</a:t>
            </a:r>
          </a:p>
        </p:txBody>
      </p:sp>
    </p:spTree>
    <p:extLst>
      <p:ext uri="{BB962C8B-B14F-4D97-AF65-F5344CB8AC3E}">
        <p14:creationId xmlns:p14="http://schemas.microsoft.com/office/powerpoint/2010/main" val="5545623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B8A429-4C9F-03C8-1D63-51F0A511B9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DC8E0A2F-7305-C23C-0CFE-A0BD588F58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population regression function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lassholder for innhold 2">
                <a:extLst>
                  <a:ext uri="{FF2B5EF4-FFF2-40B4-BE49-F238E27FC236}">
                    <a16:creationId xmlns:a16="http://schemas.microsoft.com/office/drawing/2014/main" id="{03D11DAD-ED32-9DC7-A90F-EF5B7DB9357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2483781"/>
                <a:ext cx="10328329" cy="3693181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The regression function describes average y at a given x.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nb-NO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b-NO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nb-NO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nb-NO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is the change in that conditional mean for a one-unit increase in x.</a:t>
                </a:r>
              </a:p>
              <a:p>
                <a:r>
                  <a:rPr lang="en-US" dirty="0"/>
                  <a:t>Individual outcomes can lie above or below the conditional mean.</a:t>
                </a:r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3" name="Plassholder for innhold 2">
                <a:extLst>
                  <a:ext uri="{FF2B5EF4-FFF2-40B4-BE49-F238E27FC236}">
                    <a16:creationId xmlns:a16="http://schemas.microsoft.com/office/drawing/2014/main" id="{03D11DAD-ED32-9DC7-A90F-EF5B7DB9357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2483781"/>
                <a:ext cx="10328329" cy="3693181"/>
              </a:xfrm>
              <a:blipFill>
                <a:blip r:embed="rId2"/>
                <a:stretch>
                  <a:fillRect l="-1003" t="-2805"/>
                </a:stretch>
              </a:blipFill>
            </p:spPr>
            <p:txBody>
              <a:bodyPr/>
              <a:lstStyle/>
              <a:p>
                <a:r>
                  <a:rPr lang="nb-N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ektangel: avrundede hjørner 10">
            <a:extLst>
              <a:ext uri="{FF2B5EF4-FFF2-40B4-BE49-F238E27FC236}">
                <a16:creationId xmlns:a16="http://schemas.microsoft.com/office/drawing/2014/main" id="{BAEC148F-B709-9614-4143-56D060FA9066}"/>
              </a:ext>
            </a:extLst>
          </p:cNvPr>
          <p:cNvSpPr/>
          <p:nvPr/>
        </p:nvSpPr>
        <p:spPr>
          <a:xfrm>
            <a:off x="1093598" y="1426283"/>
            <a:ext cx="6663304" cy="72842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kstSylinder 14">
                <a:extLst>
                  <a:ext uri="{FF2B5EF4-FFF2-40B4-BE49-F238E27FC236}">
                    <a16:creationId xmlns:a16="http://schemas.microsoft.com/office/drawing/2014/main" id="{7F055AD5-743E-3CD0-F80D-2C3851441DC7}"/>
                  </a:ext>
                </a:extLst>
              </p:cNvPr>
              <p:cNvSpPr txBox="1"/>
              <p:nvPr/>
            </p:nvSpPr>
            <p:spPr>
              <a:xfrm>
                <a:off x="1008682" y="1528883"/>
                <a:ext cx="3772545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b-NO" sz="2800" b="0" i="1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nb-NO" sz="28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nb-NO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b-NO" sz="28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nb-NO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nb-NO" sz="2800" b="0" i="1" smtClean="0">
                          <a:latin typeface="Cambria Math" panose="02040503050406030204" pitchFamily="18" charset="0"/>
                        </a:rPr>
                        <m:t>|</m:t>
                      </m:r>
                      <m:sSub>
                        <m:sSubPr>
                          <m:ctrlPr>
                            <a:rPr lang="nb-NO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b-NO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nb-NO" sz="28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nb-NO" sz="2800" b="0" i="1" smtClean="0">
                          <a:latin typeface="Cambria Math" panose="02040503050406030204" pitchFamily="18" charset="0"/>
                        </a:rPr>
                        <m:t>)=</m:t>
                      </m:r>
                      <m:sSub>
                        <m:sSubPr>
                          <m:ctrlPr>
                            <a:rPr lang="nb-NO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b-NO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nb-NO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nb-NO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nb-NO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b-NO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nb-NO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nb-NO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nb-NO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b-NO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nb-NO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5" name="TekstSylinder 14">
                <a:extLst>
                  <a:ext uri="{FF2B5EF4-FFF2-40B4-BE49-F238E27FC236}">
                    <a16:creationId xmlns:a16="http://schemas.microsoft.com/office/drawing/2014/main" id="{7F055AD5-743E-3CD0-F80D-2C3851441D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8682" y="1528883"/>
                <a:ext cx="3772545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b-N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kstSylinder 4">
                <a:extLst>
                  <a:ext uri="{FF2B5EF4-FFF2-40B4-BE49-F238E27FC236}">
                    <a16:creationId xmlns:a16="http://schemas.microsoft.com/office/drawing/2014/main" id="{D0467378-C321-C8A1-E11E-C25B2CA06DD4}"/>
                  </a:ext>
                </a:extLst>
              </p:cNvPr>
              <p:cNvSpPr txBox="1"/>
              <p:nvPr/>
            </p:nvSpPr>
            <p:spPr>
              <a:xfrm>
                <a:off x="5647841" y="1558457"/>
                <a:ext cx="2193977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b-NO" sz="2800" b="0" i="1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nb-NO" sz="28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nb-NO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b-NO" sz="28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nb-NO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nb-NO" sz="2800" b="0" i="1" smtClean="0">
                          <a:latin typeface="Cambria Math" panose="02040503050406030204" pitchFamily="18" charset="0"/>
                        </a:rPr>
                        <m:t>|</m:t>
                      </m:r>
                      <m:sSub>
                        <m:sSubPr>
                          <m:ctrlPr>
                            <a:rPr lang="nb-NO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b-NO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nb-NO" sz="28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nb-NO" sz="2800" b="0" i="1" smtClean="0">
                          <a:latin typeface="Cambria Math" panose="02040503050406030204" pitchFamily="18" charset="0"/>
                        </a:rPr>
                        <m:t>)=0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5" name="TekstSylinder 4">
                <a:extLst>
                  <a:ext uri="{FF2B5EF4-FFF2-40B4-BE49-F238E27FC236}">
                    <a16:creationId xmlns:a16="http://schemas.microsoft.com/office/drawing/2014/main" id="{D0467378-C321-C8A1-E11E-C25B2CA06D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47841" y="1558457"/>
                <a:ext cx="2193977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b-N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kstSylinder 5">
            <a:extLst>
              <a:ext uri="{FF2B5EF4-FFF2-40B4-BE49-F238E27FC236}">
                <a16:creationId xmlns:a16="http://schemas.microsoft.com/office/drawing/2014/main" id="{CDD13C47-A8D0-B0B8-2D52-01CC62544FF8}"/>
              </a:ext>
            </a:extLst>
          </p:cNvPr>
          <p:cNvSpPr txBox="1"/>
          <p:nvPr/>
        </p:nvSpPr>
        <p:spPr>
          <a:xfrm>
            <a:off x="4835471" y="1650434"/>
            <a:ext cx="8123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when</a:t>
            </a:r>
          </a:p>
        </p:txBody>
      </p:sp>
    </p:spTree>
    <p:extLst>
      <p:ext uri="{BB962C8B-B14F-4D97-AF65-F5344CB8AC3E}">
        <p14:creationId xmlns:p14="http://schemas.microsoft.com/office/powerpoint/2010/main" val="25786070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DC29204C-5450-FF45-2CD5-EFEC9039D1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simple regression assumptions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lassholder for innhold 2">
                <a:extLst>
                  <a:ext uri="{FF2B5EF4-FFF2-40B4-BE49-F238E27FC236}">
                    <a16:creationId xmlns:a16="http://schemas.microsoft.com/office/drawing/2014/main" id="{0CE1339C-D6E8-A013-A4B7-DB6BC00B5FC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GB" dirty="0"/>
                  <a:t>SR 1: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b-NO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b-NO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nb-NO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nb-NO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nb-NO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b-NO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nb-NO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nb-NO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nb-NO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b-NO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nb-NO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nb-NO" i="1">
                        <a:latin typeface="Cambria Math" panose="02040503050406030204" pitchFamily="18" charset="0"/>
                      </a:rPr>
                      <m:t>∙</m:t>
                    </m:r>
                    <m:sSub>
                      <m:sSubPr>
                        <m:ctrlPr>
                          <a:rPr lang="nb-NO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b-NO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nb-NO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nb-NO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nb-NO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b-NO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nb-NO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GB" dirty="0"/>
              </a:p>
              <a:p>
                <a:r>
                  <a:rPr lang="en-GB" dirty="0"/>
                  <a:t>SR 2: </a:t>
                </a:r>
                <a14:m>
                  <m:oMath xmlns:m="http://schemas.openxmlformats.org/officeDocument/2006/math">
                    <m:r>
                      <a:rPr lang="nb-NO" i="1">
                        <a:latin typeface="Cambria Math" panose="02040503050406030204" pitchFamily="18" charset="0"/>
                      </a:rPr>
                      <m:t>𝐸</m:t>
                    </m:r>
                    <m:r>
                      <a:rPr lang="nb-NO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nb-NO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b-NO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nb-NO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nb-NO" i="1">
                        <a:latin typeface="Cambria Math" panose="02040503050406030204" pitchFamily="18" charset="0"/>
                      </a:rPr>
                      <m:t>|</m:t>
                    </m:r>
                    <m:r>
                      <a:rPr lang="nb-NO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nb-NO" i="1">
                        <a:latin typeface="Cambria Math" panose="02040503050406030204" pitchFamily="18" charset="0"/>
                      </a:rPr>
                      <m:t>)=0</m:t>
                    </m:r>
                  </m:oMath>
                </a14:m>
                <a:endParaRPr lang="en-GB" dirty="0"/>
              </a:p>
              <a:p>
                <a:r>
                  <a:rPr lang="en-GB" dirty="0"/>
                  <a:t>SR 3: </a:t>
                </a:r>
                <a14:m>
                  <m:oMath xmlns:m="http://schemas.openxmlformats.org/officeDocument/2006/math">
                    <m:r>
                      <a:rPr lang="nb-NO" i="1">
                        <a:latin typeface="Cambria Math" panose="02040503050406030204" pitchFamily="18" charset="0"/>
                      </a:rPr>
                      <m:t>𝑣𝑎𝑟</m:t>
                    </m:r>
                    <m:r>
                      <a:rPr lang="nb-NO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nb-NO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b-NO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nb-NO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nb-NO" i="1">
                        <a:latin typeface="Cambria Math" panose="02040503050406030204" pitchFamily="18" charset="0"/>
                      </a:rPr>
                      <m:t>|</m:t>
                    </m:r>
                    <m:r>
                      <a:rPr lang="nb-NO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nb-NO" i="1">
                        <a:latin typeface="Cambria Math" panose="02040503050406030204" pitchFamily="18" charset="0"/>
                      </a:rPr>
                      <m:t>)=</m:t>
                    </m:r>
                    <m:sSup>
                      <m:sSup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nb-NO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GB" dirty="0"/>
                  <a:t> </a:t>
                </a:r>
                <a:r>
                  <a:rPr lang="nb-NO" dirty="0"/>
                  <a:t>for every observation.</a:t>
                </a:r>
                <a:endParaRPr lang="en-GB" dirty="0"/>
              </a:p>
              <a:p>
                <a:r>
                  <a:rPr lang="en-GB" dirty="0"/>
                  <a:t>SR 4: </a:t>
                </a:r>
                <a14:m>
                  <m:oMath xmlns:m="http://schemas.openxmlformats.org/officeDocument/2006/math">
                    <m:r>
                      <a:rPr lang="nb-NO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nb-NO" i="1">
                        <a:latin typeface="Cambria Math" panose="02040503050406030204" pitchFamily="18" charset="0"/>
                      </a:rPr>
                      <m:t>𝑜𝑣</m:t>
                    </m:r>
                    <m:r>
                      <a:rPr lang="nb-NO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nb-NO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b-NO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nb-NO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nb-NO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nb-NO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b-NO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nb-NO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nb-NO" i="1">
                        <a:latin typeface="Cambria Math" panose="02040503050406030204" pitchFamily="18" charset="0"/>
                      </a:rPr>
                      <m:t>|</m:t>
                    </m:r>
                    <m:r>
                      <a:rPr lang="nb-NO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nb-NO" i="1">
                        <a:latin typeface="Cambria Math" panose="02040503050406030204" pitchFamily="18" charset="0"/>
                      </a:rPr>
                      <m:t>)=0</m:t>
                    </m:r>
                  </m:oMath>
                </a14:m>
                <a:r>
                  <a:rPr lang="en-GB" dirty="0"/>
                  <a:t> for </a:t>
                </a:r>
                <a14:m>
                  <m:oMath xmlns:m="http://schemas.openxmlformats.org/officeDocument/2006/math">
                    <m:r>
                      <a:rPr lang="nb-NO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nb-NO" i="1">
                        <a:latin typeface="Cambria Math" panose="02040503050406030204" pitchFamily="18" charset="0"/>
                      </a:rPr>
                      <m:t>≠</m:t>
                    </m:r>
                    <m:r>
                      <a:rPr lang="nb-NO" i="1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endParaRPr lang="en-GB" dirty="0"/>
              </a:p>
              <a:p>
                <a:r>
                  <a:rPr lang="en-GB" dirty="0"/>
                  <a:t>SR 5: </a:t>
                </a:r>
                <a:r>
                  <a:rPr lang="en-US" dirty="0"/>
                  <a:t>The sample contains at least two distinct x values.</a:t>
                </a:r>
              </a:p>
              <a:p>
                <a:r>
                  <a:rPr lang="en-US" dirty="0"/>
                  <a:t>SR 6: Error Normality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b-NO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b-NO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nb-NO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nb-NO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nb-NO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nb-NO" b="0" i="1" smtClean="0">
                        <a:latin typeface="Cambria Math" panose="02040503050406030204" pitchFamily="18" charset="0"/>
                      </a:rPr>
                      <m:t>~</m:t>
                    </m:r>
                    <m:r>
                      <a:rPr lang="nb-NO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nb-NO" b="0" i="1" smtClean="0">
                        <a:latin typeface="Cambria Math" panose="02040503050406030204" pitchFamily="18" charset="0"/>
                      </a:rPr>
                      <m:t>(0,</m:t>
                    </m:r>
                    <m:sSup>
                      <m:sSup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nb-NO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nb-NO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dirty="0"/>
                  <a:t> , optional</a:t>
                </a:r>
              </a:p>
            </p:txBody>
          </p:sp>
        </mc:Choice>
        <mc:Fallback xmlns="">
          <p:sp>
            <p:nvSpPr>
              <p:cNvPr id="3" name="Plassholder for innhold 2">
                <a:extLst>
                  <a:ext uri="{FF2B5EF4-FFF2-40B4-BE49-F238E27FC236}">
                    <a16:creationId xmlns:a16="http://schemas.microsoft.com/office/drawing/2014/main" id="{0CE1339C-D6E8-A013-A4B7-DB6BC00B5FC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nb-N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686649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B547B556-911F-D8D8-91E6-F44CF45AEF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SR1: The econometric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lassholder for innhold 2">
                <a:extLst>
                  <a:ext uri="{FF2B5EF4-FFF2-40B4-BE49-F238E27FC236}">
                    <a16:creationId xmlns:a16="http://schemas.microsoft.com/office/drawing/2014/main" id="{7EBC5D56-E540-5A10-0AC3-8127667A45B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2650210"/>
                <a:ext cx="10515600" cy="3526752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nb-NO" b="1" dirty="0"/>
                  <a:t>What </a:t>
                </a:r>
                <a:r>
                  <a:rPr lang="nb-NO" b="1" dirty="0" err="1"/>
                  <a:t>does</a:t>
                </a:r>
                <a:r>
                  <a:rPr lang="nb-NO" b="1" dirty="0"/>
                  <a:t> </a:t>
                </a:r>
                <a:r>
                  <a:rPr lang="nb-NO" b="1" dirty="0" err="1"/>
                  <a:t>this</a:t>
                </a:r>
                <a:r>
                  <a:rPr lang="nb-NO" b="1" dirty="0"/>
                  <a:t> tell </a:t>
                </a:r>
                <a:r>
                  <a:rPr lang="nb-NO" b="1" dirty="0" err="1"/>
                  <a:t>us</a:t>
                </a:r>
                <a:r>
                  <a:rPr lang="nb-NO" b="1" dirty="0"/>
                  <a:t>?</a:t>
                </a:r>
                <a:endParaRPr lang="nb-NO" dirty="0"/>
              </a:p>
              <a:p>
                <a:pPr lvl="0"/>
                <a14:m>
                  <m:oMath xmlns:m="http://schemas.openxmlformats.org/officeDocument/2006/math">
                    <m:r>
                      <a:rPr lang="nb-NO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nb-NO" dirty="0"/>
                  <a:t> is </a:t>
                </a:r>
                <a:r>
                  <a:rPr lang="nb-NO" dirty="0" err="1"/>
                  <a:t>determined</a:t>
                </a:r>
                <a:r>
                  <a:rPr lang="nb-NO" dirty="0"/>
                  <a:t> by a </a:t>
                </a:r>
                <a:r>
                  <a:rPr lang="nb-NO" dirty="0" err="1"/>
                  <a:t>systematic</a:t>
                </a:r>
                <a:r>
                  <a:rPr lang="nb-NO" dirty="0"/>
                  <a:t> part and a random part </a:t>
                </a:r>
              </a:p>
              <a:p>
                <a:pPr lvl="0"/>
                <a14:m>
                  <m:oMath xmlns:m="http://schemas.openxmlformats.org/officeDocument/2006/math">
                    <m:r>
                      <a:rPr lang="nb-NO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nb-NO" dirty="0"/>
                  <a:t> </a:t>
                </a:r>
                <a:r>
                  <a:rPr lang="nb-NO" dirty="0" err="1"/>
                  <a:t>explains</a:t>
                </a:r>
                <a:r>
                  <a:rPr lang="nb-NO" dirty="0"/>
                  <a:t> </a:t>
                </a:r>
                <a:r>
                  <a:rPr lang="nb-NO" dirty="0" err="1"/>
                  <a:t>some</a:t>
                </a:r>
                <a:r>
                  <a:rPr lang="nb-NO" dirty="0"/>
                  <a:t> </a:t>
                </a:r>
                <a:r>
                  <a:rPr lang="nb-NO" dirty="0" err="1"/>
                  <a:t>of</a:t>
                </a:r>
                <a:r>
                  <a:rPr lang="nb-NO" dirty="0"/>
                  <a:t> </a:t>
                </a:r>
                <a:r>
                  <a:rPr lang="nb-NO" dirty="0" err="1"/>
                  <a:t>the</a:t>
                </a:r>
                <a:r>
                  <a:rPr lang="nb-NO" dirty="0"/>
                  <a:t> </a:t>
                </a:r>
                <a:r>
                  <a:rPr lang="nb-NO" dirty="0" err="1"/>
                  <a:t>variation</a:t>
                </a:r>
                <a:r>
                  <a:rPr lang="nb-NO" dirty="0"/>
                  <a:t> in </a:t>
                </a:r>
                <a14:m>
                  <m:oMath xmlns:m="http://schemas.openxmlformats.org/officeDocument/2006/math">
                    <m:r>
                      <a:rPr lang="nb-NO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nb-NO" dirty="0"/>
              </a:p>
              <a:p>
                <a:pPr lvl="0"/>
                <a:r>
                  <a:rPr lang="nb-NO" dirty="0" err="1"/>
                  <a:t>everything</a:t>
                </a:r>
                <a:r>
                  <a:rPr lang="nb-NO" dirty="0"/>
                  <a:t> </a:t>
                </a:r>
                <a:r>
                  <a:rPr lang="nb-NO" dirty="0" err="1"/>
                  <a:t>else</a:t>
                </a:r>
                <a:r>
                  <a:rPr lang="nb-NO" dirty="0"/>
                  <a:t> </a:t>
                </a:r>
                <a:r>
                  <a:rPr lang="nb-NO" dirty="0" err="1"/>
                  <a:t>affecting</a:t>
                </a:r>
                <a:r>
                  <a:rPr lang="nb-NO" dirty="0"/>
                  <a:t> </a:t>
                </a:r>
                <a14:m>
                  <m:oMath xmlns:m="http://schemas.openxmlformats.org/officeDocument/2006/math">
                    <m:r>
                      <a:rPr lang="nb-NO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nb-NO" dirty="0"/>
                  <a:t> is </a:t>
                </a:r>
                <a:r>
                  <a:rPr lang="nb-NO" dirty="0" err="1"/>
                  <a:t>collected</a:t>
                </a:r>
                <a:r>
                  <a:rPr lang="nb-NO" dirty="0"/>
                  <a:t>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b-NO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b-NO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nb-NO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3" name="Plassholder for innhold 2">
                <a:extLst>
                  <a:ext uri="{FF2B5EF4-FFF2-40B4-BE49-F238E27FC236}">
                    <a16:creationId xmlns:a16="http://schemas.microsoft.com/office/drawing/2014/main" id="{7EBC5D56-E540-5A10-0AC3-8127667A45B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2650210"/>
                <a:ext cx="10515600" cy="3526752"/>
              </a:xfrm>
              <a:blipFill>
                <a:blip r:embed="rId3"/>
                <a:stretch>
                  <a:fillRect l="-1217" t="-3114"/>
                </a:stretch>
              </a:blipFill>
            </p:spPr>
            <p:txBody>
              <a:bodyPr/>
              <a:lstStyle/>
              <a:p>
                <a:r>
                  <a:rPr lang="nb-N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ktangel: avrundede hjørner 4">
                <a:extLst>
                  <a:ext uri="{FF2B5EF4-FFF2-40B4-BE49-F238E27FC236}">
                    <a16:creationId xmlns:a16="http://schemas.microsoft.com/office/drawing/2014/main" id="{8EF35C62-63BE-1075-6432-18D9B9E176FA}"/>
                  </a:ext>
                </a:extLst>
              </p:cNvPr>
              <p:cNvSpPr/>
              <p:nvPr/>
            </p:nvSpPr>
            <p:spPr>
              <a:xfrm>
                <a:off x="838200" y="1690688"/>
                <a:ext cx="4618494" cy="728420"/>
              </a:xfrm>
              <a:prstGeom prst="round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nb-NO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b-NO" sz="28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nb-NO" sz="28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nb-NO" sz="28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nb-NO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b-NO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nb-NO" sz="28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nb-NO" sz="28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nb-NO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b-NO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nb-NO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nb-NO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nb-NO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b-NO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nb-NO" sz="28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nb-NO" sz="28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nb-NO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b-NO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nb-NO" sz="28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" name="Rektangel: avrundede hjørner 4">
                <a:extLst>
                  <a:ext uri="{FF2B5EF4-FFF2-40B4-BE49-F238E27FC236}">
                    <a16:creationId xmlns:a16="http://schemas.microsoft.com/office/drawing/2014/main" id="{8EF35C62-63BE-1075-6432-18D9B9E176F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690688"/>
                <a:ext cx="4618494" cy="728420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b-N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316978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9D823D-8643-50EB-041E-6AA1923796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A68620E7-7490-2660-635A-7CB6A469F9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SR2: Strict exogeneity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lassholder for innhold 2">
                <a:extLst>
                  <a:ext uri="{FF2B5EF4-FFF2-40B4-BE49-F238E27FC236}">
                    <a16:creationId xmlns:a16="http://schemas.microsoft.com/office/drawing/2014/main" id="{0336FF9A-8874-7011-E18D-B1A67A52818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2650210"/>
                <a:ext cx="10515600" cy="3526752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nb-NO" b="1" dirty="0" err="1"/>
                  <a:t>What</a:t>
                </a:r>
                <a:r>
                  <a:rPr lang="nb-NO" b="1" dirty="0"/>
                  <a:t> </a:t>
                </a:r>
                <a:r>
                  <a:rPr lang="nb-NO" b="1" dirty="0" err="1"/>
                  <a:t>does</a:t>
                </a:r>
                <a:r>
                  <a:rPr lang="nb-NO" b="1" dirty="0"/>
                  <a:t> </a:t>
                </a:r>
                <a:r>
                  <a:rPr lang="nb-NO" b="1" dirty="0" err="1"/>
                  <a:t>this</a:t>
                </a:r>
                <a:r>
                  <a:rPr lang="nb-NO" b="1" dirty="0"/>
                  <a:t> tell </a:t>
                </a:r>
                <a:r>
                  <a:rPr lang="nb-NO" b="1" dirty="0" err="1"/>
                  <a:t>us</a:t>
                </a:r>
                <a:r>
                  <a:rPr lang="nb-NO" b="1" dirty="0"/>
                  <a:t>?</a:t>
                </a:r>
                <a:endParaRPr lang="nb-NO" dirty="0"/>
              </a:p>
              <a:p>
                <a:pPr lvl="0"/>
                <a:r>
                  <a:rPr lang="nb-NO" dirty="0" err="1"/>
                  <a:t>omitted</a:t>
                </a:r>
                <a:r>
                  <a:rPr lang="nb-NO" dirty="0"/>
                  <a:t> </a:t>
                </a:r>
                <a:r>
                  <a:rPr lang="nb-NO" dirty="0" err="1"/>
                  <a:t>factors</a:t>
                </a:r>
                <a:r>
                  <a:rPr lang="nb-NO" dirty="0"/>
                  <a:t> </a:t>
                </a:r>
                <a:r>
                  <a:rPr lang="nb-NO" dirty="0" err="1"/>
                  <a:t>are</a:t>
                </a:r>
                <a:r>
                  <a:rPr lang="nb-NO" dirty="0"/>
                  <a:t> not </a:t>
                </a:r>
                <a:r>
                  <a:rPr lang="nb-NO" dirty="0" err="1"/>
                  <a:t>systematically</a:t>
                </a:r>
                <a:r>
                  <a:rPr lang="nb-NO" dirty="0"/>
                  <a:t> </a:t>
                </a:r>
                <a:r>
                  <a:rPr lang="nb-NO" dirty="0" err="1"/>
                  <a:t>related</a:t>
                </a:r>
                <a:r>
                  <a:rPr lang="nb-NO" dirty="0"/>
                  <a:t> to </a:t>
                </a:r>
                <a14:m>
                  <m:oMath xmlns:m="http://schemas.openxmlformats.org/officeDocument/2006/math">
                    <m:r>
                      <a:rPr lang="nb-NO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nb-NO" dirty="0"/>
              </a:p>
              <a:p>
                <a:pPr lvl="0"/>
                <a:r>
                  <a:rPr lang="nb-NO" dirty="0"/>
                  <a:t>at </a:t>
                </a:r>
                <a:r>
                  <a:rPr lang="nb-NO" dirty="0" err="1"/>
                  <a:t>each</a:t>
                </a:r>
                <a:r>
                  <a:rPr lang="nb-NO" dirty="0"/>
                  <a:t> </a:t>
                </a:r>
                <a:r>
                  <a:rPr lang="nb-NO" dirty="0" err="1"/>
                  <a:t>value</a:t>
                </a:r>
                <a:r>
                  <a:rPr lang="nb-NO" dirty="0"/>
                  <a:t> </a:t>
                </a:r>
                <a:r>
                  <a:rPr lang="nb-NO" dirty="0" err="1"/>
                  <a:t>of</a:t>
                </a:r>
                <a:r>
                  <a:rPr lang="nb-NO" dirty="0"/>
                  <a:t> </a:t>
                </a:r>
                <a14:m>
                  <m:oMath xmlns:m="http://schemas.openxmlformats.org/officeDocument/2006/math">
                    <m:r>
                      <a:rPr lang="nb-NO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nb-NO" dirty="0"/>
                  <a:t>, positive and negative </a:t>
                </a:r>
                <a:r>
                  <a:rPr lang="nb-NO" dirty="0" err="1"/>
                  <a:t>errors</a:t>
                </a:r>
                <a:r>
                  <a:rPr lang="nb-NO" dirty="0"/>
                  <a:t> </a:t>
                </a:r>
                <a:r>
                  <a:rPr lang="nb-NO" dirty="0" err="1"/>
                  <a:t>average</a:t>
                </a:r>
                <a:r>
                  <a:rPr lang="nb-NO" dirty="0"/>
                  <a:t> to zero </a:t>
                </a:r>
              </a:p>
              <a:p>
                <a:pPr lvl="0"/>
                <a:r>
                  <a:rPr lang="nb-NO" dirty="0" err="1"/>
                  <a:t>this</a:t>
                </a:r>
                <a:r>
                  <a:rPr lang="nb-NO" dirty="0"/>
                  <a:t> is </a:t>
                </a:r>
                <a:r>
                  <a:rPr lang="nb-NO" dirty="0" err="1"/>
                  <a:t>the</a:t>
                </a:r>
                <a:r>
                  <a:rPr lang="nb-NO" dirty="0"/>
                  <a:t> </a:t>
                </a:r>
                <a:r>
                  <a:rPr lang="nb-NO" dirty="0" err="1"/>
                  <a:t>key</a:t>
                </a:r>
                <a:r>
                  <a:rPr lang="nb-NO" dirty="0"/>
                  <a:t> </a:t>
                </a:r>
                <a:r>
                  <a:rPr lang="nb-NO" dirty="0" err="1"/>
                  <a:t>assumption</a:t>
                </a:r>
                <a:r>
                  <a:rPr lang="nb-NO" dirty="0"/>
                  <a:t> for </a:t>
                </a:r>
                <a:r>
                  <a:rPr lang="nb-NO" dirty="0" err="1"/>
                  <a:t>interpreting</a:t>
                </a:r>
                <a:r>
                  <a:rPr lang="nb-NO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b-NO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b-NO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nb-NO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nb-NO" dirty="0"/>
                  <a:t> as </a:t>
                </a:r>
                <a:r>
                  <a:rPr lang="nb-NO" dirty="0" err="1"/>
                  <a:t>the</a:t>
                </a:r>
                <a:r>
                  <a:rPr lang="nb-NO" dirty="0"/>
                  <a:t> </a:t>
                </a:r>
                <a:r>
                  <a:rPr lang="nb-NO" dirty="0" err="1"/>
                  <a:t>effect</a:t>
                </a:r>
                <a:r>
                  <a:rPr lang="nb-NO" dirty="0"/>
                  <a:t> </a:t>
                </a:r>
                <a:r>
                  <a:rPr lang="nb-NO" dirty="0" err="1"/>
                  <a:t>of</a:t>
                </a:r>
                <a:r>
                  <a:rPr lang="nb-NO" dirty="0"/>
                  <a:t> </a:t>
                </a:r>
                <a14:m>
                  <m:oMath xmlns:m="http://schemas.openxmlformats.org/officeDocument/2006/math">
                    <m:r>
                      <a:rPr lang="nb-NO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nb-NO" dirty="0"/>
                  <a:t> </a:t>
                </a:r>
                <a:r>
                  <a:rPr lang="nb-NO" dirty="0" err="1"/>
                  <a:t>on</a:t>
                </a:r>
                <a:r>
                  <a:rPr lang="nb-NO" dirty="0"/>
                  <a:t> y</a:t>
                </a:r>
              </a:p>
              <a:p>
                <a:pPr lvl="0"/>
                <a:endParaRPr lang="nb-NO" dirty="0"/>
              </a:p>
              <a:p>
                <a:pPr lvl="0"/>
                <a:endParaRPr lang="nb-NO" dirty="0"/>
              </a:p>
            </p:txBody>
          </p:sp>
        </mc:Choice>
        <mc:Fallback xmlns="">
          <p:sp>
            <p:nvSpPr>
              <p:cNvPr id="3" name="Plassholder for innhold 2">
                <a:extLst>
                  <a:ext uri="{FF2B5EF4-FFF2-40B4-BE49-F238E27FC236}">
                    <a16:creationId xmlns:a16="http://schemas.microsoft.com/office/drawing/2014/main" id="{0336FF9A-8874-7011-E18D-B1A67A52818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2650210"/>
                <a:ext cx="10515600" cy="3526752"/>
              </a:xfrm>
              <a:blipFill>
                <a:blip r:embed="rId3"/>
                <a:stretch>
                  <a:fillRect l="-1217" t="-3114" r="-812"/>
                </a:stretch>
              </a:blipFill>
            </p:spPr>
            <p:txBody>
              <a:bodyPr/>
              <a:lstStyle/>
              <a:p>
                <a:r>
                  <a:rPr lang="nb-N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ktangel: avrundede hjørner 4">
                <a:extLst>
                  <a:ext uri="{FF2B5EF4-FFF2-40B4-BE49-F238E27FC236}">
                    <a16:creationId xmlns:a16="http://schemas.microsoft.com/office/drawing/2014/main" id="{1F89D208-B3DC-F285-A1D4-5ADF355EA0E1}"/>
                  </a:ext>
                </a:extLst>
              </p:cNvPr>
              <p:cNvSpPr/>
              <p:nvPr/>
            </p:nvSpPr>
            <p:spPr>
              <a:xfrm>
                <a:off x="838200" y="1690688"/>
                <a:ext cx="4618494" cy="728420"/>
              </a:xfrm>
              <a:prstGeom prst="round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b-NO" sz="2800" i="1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nb-NO" sz="2800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nb-NO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b-NO" sz="28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nb-NO" sz="28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nb-NO" sz="2800" i="1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nb-NO" sz="28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nb-NO" sz="2800" i="1">
                          <a:latin typeface="Cambria Math" panose="02040503050406030204" pitchFamily="18" charset="0"/>
                        </a:rPr>
                        <m:t>)=0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" name="Rektangel: avrundede hjørner 4">
                <a:extLst>
                  <a:ext uri="{FF2B5EF4-FFF2-40B4-BE49-F238E27FC236}">
                    <a16:creationId xmlns:a16="http://schemas.microsoft.com/office/drawing/2014/main" id="{1F89D208-B3DC-F285-A1D4-5ADF355EA0E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690688"/>
                <a:ext cx="4618494" cy="728420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b-N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839741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A96C4B-6FD9-05BC-8A16-6677ECEBD9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9B3BC7C4-8CF1-0614-2297-C48ABC0151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SR3: Homoskedasticity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lassholder for innhold 2">
                <a:extLst>
                  <a:ext uri="{FF2B5EF4-FFF2-40B4-BE49-F238E27FC236}">
                    <a16:creationId xmlns:a16="http://schemas.microsoft.com/office/drawing/2014/main" id="{A2973D10-6C82-B407-439C-9F7456337732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838200" y="2690949"/>
                <a:ext cx="5181600" cy="3486014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nb-NO" b="1" dirty="0" err="1"/>
                  <a:t>What</a:t>
                </a:r>
                <a:r>
                  <a:rPr lang="nb-NO" b="1" dirty="0"/>
                  <a:t> </a:t>
                </a:r>
                <a:r>
                  <a:rPr lang="nb-NO" b="1" dirty="0" err="1"/>
                  <a:t>does</a:t>
                </a:r>
                <a:r>
                  <a:rPr lang="nb-NO" b="1" dirty="0"/>
                  <a:t> </a:t>
                </a:r>
                <a:r>
                  <a:rPr lang="nb-NO" b="1" dirty="0" err="1"/>
                  <a:t>this</a:t>
                </a:r>
                <a:r>
                  <a:rPr lang="nb-NO" b="1" dirty="0"/>
                  <a:t> tell </a:t>
                </a:r>
                <a:r>
                  <a:rPr lang="nb-NO" b="1" dirty="0" err="1"/>
                  <a:t>us</a:t>
                </a:r>
                <a:r>
                  <a:rPr lang="nb-NO" b="1" dirty="0"/>
                  <a:t>?</a:t>
                </a:r>
                <a:endParaRPr lang="nb-NO" dirty="0"/>
              </a:p>
              <a:p>
                <a:pPr lvl="0"/>
                <a:r>
                  <a:rPr lang="nb-NO" dirty="0" err="1"/>
                  <a:t>the</a:t>
                </a:r>
                <a:r>
                  <a:rPr lang="nb-NO" dirty="0"/>
                  <a:t> </a:t>
                </a:r>
                <a:r>
                  <a:rPr lang="nb-NO" dirty="0" err="1"/>
                  <a:t>amount</a:t>
                </a:r>
                <a:r>
                  <a:rPr lang="nb-NO" dirty="0"/>
                  <a:t> </a:t>
                </a:r>
                <a:r>
                  <a:rPr lang="nb-NO" dirty="0" err="1"/>
                  <a:t>of</a:t>
                </a:r>
                <a:r>
                  <a:rPr lang="nb-NO" dirty="0"/>
                  <a:t> </a:t>
                </a:r>
                <a:r>
                  <a:rPr lang="nb-NO" dirty="0" err="1"/>
                  <a:t>unexplained</a:t>
                </a:r>
                <a:r>
                  <a:rPr lang="nb-NO" dirty="0"/>
                  <a:t> </a:t>
                </a:r>
                <a:r>
                  <a:rPr lang="nb-NO" dirty="0" err="1"/>
                  <a:t>variation</a:t>
                </a:r>
                <a:r>
                  <a:rPr lang="nb-NO" dirty="0"/>
                  <a:t> is </a:t>
                </a:r>
                <a:r>
                  <a:rPr lang="nb-NO" dirty="0" err="1"/>
                  <a:t>the</a:t>
                </a:r>
                <a:r>
                  <a:rPr lang="nb-NO" dirty="0"/>
                  <a:t> same for all </a:t>
                </a:r>
                <a:r>
                  <a:rPr lang="nb-NO" dirty="0" err="1"/>
                  <a:t>values</a:t>
                </a:r>
                <a:r>
                  <a:rPr lang="nb-NO" dirty="0"/>
                  <a:t> </a:t>
                </a:r>
                <a:r>
                  <a:rPr lang="nb-NO" dirty="0" err="1"/>
                  <a:t>of</a:t>
                </a:r>
                <a:r>
                  <a:rPr lang="nb-NO" dirty="0"/>
                  <a:t> </a:t>
                </a:r>
                <a14:m>
                  <m:oMath xmlns:m="http://schemas.openxmlformats.org/officeDocument/2006/math">
                    <m:r>
                      <a:rPr lang="nb-NO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nb-NO" dirty="0"/>
              </a:p>
              <a:p>
                <a:pPr lvl="0"/>
                <a:r>
                  <a:rPr lang="nb-NO" dirty="0" err="1"/>
                  <a:t>observations</a:t>
                </a:r>
                <a:r>
                  <a:rPr lang="nb-NO" dirty="0"/>
                  <a:t> </a:t>
                </a:r>
                <a:r>
                  <a:rPr lang="nb-NO" dirty="0" err="1"/>
                  <a:t>are</a:t>
                </a:r>
                <a:r>
                  <a:rPr lang="nb-NO" dirty="0"/>
                  <a:t> </a:t>
                </a:r>
                <a:r>
                  <a:rPr lang="nb-NO" dirty="0" err="1"/>
                  <a:t>equally</a:t>
                </a:r>
                <a:r>
                  <a:rPr lang="nb-NO" dirty="0"/>
                  <a:t> </a:t>
                </a:r>
                <a:r>
                  <a:rPr lang="nb-NO" dirty="0" err="1"/>
                  <a:t>spread</a:t>
                </a:r>
                <a:r>
                  <a:rPr lang="nb-NO" dirty="0"/>
                  <a:t> </a:t>
                </a:r>
                <a:r>
                  <a:rPr lang="nb-NO" dirty="0" err="1"/>
                  <a:t>around</a:t>
                </a:r>
                <a:r>
                  <a:rPr lang="nb-NO" dirty="0"/>
                  <a:t> </a:t>
                </a:r>
                <a:r>
                  <a:rPr lang="nb-NO" dirty="0" err="1"/>
                  <a:t>the</a:t>
                </a:r>
                <a:r>
                  <a:rPr lang="nb-NO" dirty="0"/>
                  <a:t> </a:t>
                </a:r>
                <a:r>
                  <a:rPr lang="nb-NO" dirty="0" err="1"/>
                  <a:t>regression</a:t>
                </a:r>
                <a:r>
                  <a:rPr lang="nb-NO" dirty="0"/>
                  <a:t> line </a:t>
                </a:r>
                <a:r>
                  <a:rPr lang="nb-NO" dirty="0" err="1"/>
                  <a:t>across</a:t>
                </a:r>
                <a:r>
                  <a:rPr lang="nb-NO" dirty="0"/>
                  <a:t> x</a:t>
                </a:r>
              </a:p>
            </p:txBody>
          </p:sp>
        </mc:Choice>
        <mc:Fallback xmlns="">
          <p:sp>
            <p:nvSpPr>
              <p:cNvPr id="3" name="Plassholder for innhold 2">
                <a:extLst>
                  <a:ext uri="{FF2B5EF4-FFF2-40B4-BE49-F238E27FC236}">
                    <a16:creationId xmlns:a16="http://schemas.microsoft.com/office/drawing/2014/main" id="{A2973D10-6C82-B407-439C-9F745633773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838200" y="2690949"/>
                <a:ext cx="5181600" cy="3486014"/>
              </a:xfrm>
              <a:blipFill>
                <a:blip r:embed="rId3"/>
                <a:stretch>
                  <a:fillRect l="-2471" t="-2972"/>
                </a:stretch>
              </a:blipFill>
            </p:spPr>
            <p:txBody>
              <a:bodyPr/>
              <a:lstStyle/>
              <a:p>
                <a:r>
                  <a:rPr lang="nb-N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ktangel: avrundede hjørner 4">
                <a:extLst>
                  <a:ext uri="{FF2B5EF4-FFF2-40B4-BE49-F238E27FC236}">
                    <a16:creationId xmlns:a16="http://schemas.microsoft.com/office/drawing/2014/main" id="{A3DE11A7-2B02-81FC-2DAD-7C684EABC272}"/>
                  </a:ext>
                </a:extLst>
              </p:cNvPr>
              <p:cNvSpPr/>
              <p:nvPr/>
            </p:nvSpPr>
            <p:spPr>
              <a:xfrm>
                <a:off x="838200" y="1690688"/>
                <a:ext cx="4618494" cy="728420"/>
              </a:xfrm>
              <a:prstGeom prst="round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b-NO" sz="2800" i="1">
                          <a:latin typeface="Cambria Math" panose="02040503050406030204" pitchFamily="18" charset="0"/>
                        </a:rPr>
                        <m:t>𝑣𝑎𝑟</m:t>
                      </m:r>
                      <m:r>
                        <a:rPr lang="nb-NO" sz="2800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nb-NO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b-NO" sz="28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nb-NO" sz="28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nb-NO" sz="2800" i="1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nb-NO" sz="28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nb-NO" sz="2800" i="1">
                          <a:latin typeface="Cambria Math" panose="02040503050406030204" pitchFamily="18" charset="0"/>
                        </a:rPr>
                        <m:t>)=</m:t>
                      </m:r>
                      <m:sSup>
                        <m:sSupPr>
                          <m:ctrlPr>
                            <a:rPr lang="en-GB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nb-NO" sz="28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" name="Rektangel: avrundede hjørner 4">
                <a:extLst>
                  <a:ext uri="{FF2B5EF4-FFF2-40B4-BE49-F238E27FC236}">
                    <a16:creationId xmlns:a16="http://schemas.microsoft.com/office/drawing/2014/main" id="{A3DE11A7-2B02-81FC-2DAD-7C684EABC27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690688"/>
                <a:ext cx="4618494" cy="728420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b-NO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2" descr="A close up of a map&#10;&#10;Description generated with very high confidence">
            <a:extLst>
              <a:ext uri="{FF2B5EF4-FFF2-40B4-BE49-F238E27FC236}">
                <a16:creationId xmlns:a16="http://schemas.microsoft.com/office/drawing/2014/main" id="{F9ADA81A-3F81-D78B-99D5-DF5032E3CC8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2" y="1837508"/>
            <a:ext cx="5769588" cy="4108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9384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6A6745-A55F-6267-E495-27583F8151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DEDD93BD-35EF-2881-B23E-D2319DE078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SR4: Uncorrelated errors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lassholder for innhold 2">
                <a:extLst>
                  <a:ext uri="{FF2B5EF4-FFF2-40B4-BE49-F238E27FC236}">
                    <a16:creationId xmlns:a16="http://schemas.microsoft.com/office/drawing/2014/main" id="{B5F36433-D227-B8C5-BC94-3B32DF0EEE1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2650210"/>
                <a:ext cx="10515600" cy="3526752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nb-NO" b="1" dirty="0" err="1"/>
                  <a:t>What</a:t>
                </a:r>
                <a:r>
                  <a:rPr lang="nb-NO" b="1" dirty="0"/>
                  <a:t> </a:t>
                </a:r>
                <a:r>
                  <a:rPr lang="nb-NO" b="1" dirty="0" err="1"/>
                  <a:t>does</a:t>
                </a:r>
                <a:r>
                  <a:rPr lang="nb-NO" b="1" dirty="0"/>
                  <a:t> </a:t>
                </a:r>
                <a:r>
                  <a:rPr lang="nb-NO" b="1" dirty="0" err="1"/>
                  <a:t>this</a:t>
                </a:r>
                <a:r>
                  <a:rPr lang="nb-NO" b="1" dirty="0"/>
                  <a:t> tell </a:t>
                </a:r>
                <a:r>
                  <a:rPr lang="nb-NO" b="1" dirty="0" err="1"/>
                  <a:t>us</a:t>
                </a:r>
                <a:r>
                  <a:rPr lang="nb-NO" b="1" dirty="0"/>
                  <a:t>?</a:t>
                </a:r>
                <a:endParaRPr lang="nb-NO" dirty="0"/>
              </a:p>
              <a:p>
                <a:pPr lvl="0"/>
                <a:r>
                  <a:rPr lang="nb-NO" dirty="0" err="1"/>
                  <a:t>the</a:t>
                </a:r>
                <a:r>
                  <a:rPr lang="nb-NO" dirty="0"/>
                  <a:t> </a:t>
                </a:r>
                <a:r>
                  <a:rPr lang="nb-NO" dirty="0" err="1"/>
                  <a:t>unexplained</a:t>
                </a:r>
                <a:r>
                  <a:rPr lang="nb-NO" dirty="0"/>
                  <a:t> part </a:t>
                </a:r>
                <a:r>
                  <a:rPr lang="nb-NO" dirty="0" err="1"/>
                  <a:t>of</a:t>
                </a:r>
                <a:r>
                  <a:rPr lang="nb-NO" dirty="0"/>
                  <a:t> </a:t>
                </a:r>
                <a:r>
                  <a:rPr lang="nb-NO" dirty="0" err="1"/>
                  <a:t>one</a:t>
                </a:r>
                <a:r>
                  <a:rPr lang="nb-NO" dirty="0"/>
                  <a:t> </a:t>
                </a:r>
                <a:r>
                  <a:rPr lang="nb-NO" dirty="0" err="1"/>
                  <a:t>observation</a:t>
                </a:r>
                <a:r>
                  <a:rPr lang="nb-NO" dirty="0"/>
                  <a:t> is not </a:t>
                </a:r>
                <a:r>
                  <a:rPr lang="nb-NO" dirty="0" err="1"/>
                  <a:t>related</a:t>
                </a:r>
                <a:r>
                  <a:rPr lang="nb-NO" dirty="0"/>
                  <a:t> to </a:t>
                </a:r>
                <a:r>
                  <a:rPr lang="nb-NO" dirty="0" err="1"/>
                  <a:t>the</a:t>
                </a:r>
                <a:r>
                  <a:rPr lang="nb-NO" dirty="0"/>
                  <a:t> </a:t>
                </a:r>
                <a:r>
                  <a:rPr lang="nb-NO" dirty="0" err="1"/>
                  <a:t>unexplained</a:t>
                </a:r>
                <a:r>
                  <a:rPr lang="nb-NO" dirty="0"/>
                  <a:t> part </a:t>
                </a:r>
                <a:r>
                  <a:rPr lang="nb-NO" dirty="0" err="1"/>
                  <a:t>of</a:t>
                </a:r>
                <a:r>
                  <a:rPr lang="nb-NO" dirty="0"/>
                  <a:t> </a:t>
                </a:r>
                <a:r>
                  <a:rPr lang="nb-NO" dirty="0" err="1"/>
                  <a:t>another</a:t>
                </a:r>
                <a:r>
                  <a:rPr lang="nb-NO" dirty="0"/>
                  <a:t> </a:t>
                </a:r>
              </a:p>
              <a:p>
                <a:pPr lvl="0"/>
                <a:r>
                  <a:rPr lang="nb-NO" dirty="0"/>
                  <a:t>an </a:t>
                </a:r>
                <a:r>
                  <a:rPr lang="nb-NO" dirty="0" err="1"/>
                  <a:t>error</a:t>
                </a:r>
                <a:r>
                  <a:rPr lang="nb-NO" dirty="0"/>
                  <a:t> for </a:t>
                </a:r>
                <a:r>
                  <a:rPr lang="nb-NO" dirty="0" err="1"/>
                  <a:t>observation</a:t>
                </a:r>
                <a:r>
                  <a:rPr lang="nb-NO" dirty="0"/>
                  <a:t> </a:t>
                </a:r>
                <a14:m>
                  <m:oMath xmlns:m="http://schemas.openxmlformats.org/officeDocument/2006/math">
                    <m:r>
                      <a:rPr lang="nb-NO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nb-NO" dirty="0"/>
                  <a:t> </a:t>
                </a:r>
                <a:r>
                  <a:rPr lang="nb-NO" dirty="0" err="1"/>
                  <a:t>gives</a:t>
                </a:r>
                <a:r>
                  <a:rPr lang="nb-NO" dirty="0"/>
                  <a:t> </a:t>
                </a:r>
                <a:r>
                  <a:rPr lang="nb-NO" dirty="0" err="1"/>
                  <a:t>us</a:t>
                </a:r>
                <a:r>
                  <a:rPr lang="nb-NO" dirty="0"/>
                  <a:t> </a:t>
                </a:r>
                <a:r>
                  <a:rPr lang="nb-NO" dirty="0" err="1"/>
                  <a:t>no</a:t>
                </a:r>
                <a:r>
                  <a:rPr lang="nb-NO" dirty="0"/>
                  <a:t> </a:t>
                </a:r>
                <a:r>
                  <a:rPr lang="nb-NO" dirty="0" err="1"/>
                  <a:t>information</a:t>
                </a:r>
                <a:r>
                  <a:rPr lang="nb-NO" dirty="0"/>
                  <a:t> </a:t>
                </a:r>
                <a:r>
                  <a:rPr lang="nb-NO" dirty="0" err="1"/>
                  <a:t>about</a:t>
                </a:r>
                <a:r>
                  <a:rPr lang="nb-NO" dirty="0"/>
                  <a:t> </a:t>
                </a:r>
                <a:r>
                  <a:rPr lang="nb-NO" dirty="0" err="1"/>
                  <a:t>the</a:t>
                </a:r>
                <a:r>
                  <a:rPr lang="nb-NO" dirty="0"/>
                  <a:t> </a:t>
                </a:r>
                <a:r>
                  <a:rPr lang="nb-NO" dirty="0" err="1"/>
                  <a:t>error</a:t>
                </a:r>
                <a:r>
                  <a:rPr lang="nb-NO" dirty="0"/>
                  <a:t> for </a:t>
                </a:r>
                <a:r>
                  <a:rPr lang="nb-NO" dirty="0" err="1"/>
                  <a:t>observation</a:t>
                </a:r>
                <a:r>
                  <a:rPr lang="nb-NO" dirty="0"/>
                  <a:t> </a:t>
                </a:r>
                <a:r>
                  <a:rPr lang="nb-NO" i="1" dirty="0"/>
                  <a:t>j</a:t>
                </a:r>
              </a:p>
            </p:txBody>
          </p:sp>
        </mc:Choice>
        <mc:Fallback xmlns="">
          <p:sp>
            <p:nvSpPr>
              <p:cNvPr id="3" name="Plassholder for innhold 2">
                <a:extLst>
                  <a:ext uri="{FF2B5EF4-FFF2-40B4-BE49-F238E27FC236}">
                    <a16:creationId xmlns:a16="http://schemas.microsoft.com/office/drawing/2014/main" id="{B5F36433-D227-B8C5-BC94-3B32DF0EEE1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2650210"/>
                <a:ext cx="10515600" cy="3526752"/>
              </a:xfrm>
              <a:blipFill>
                <a:blip r:embed="rId3"/>
                <a:stretch>
                  <a:fillRect l="-1217" t="-3114"/>
                </a:stretch>
              </a:blipFill>
            </p:spPr>
            <p:txBody>
              <a:bodyPr/>
              <a:lstStyle/>
              <a:p>
                <a:r>
                  <a:rPr lang="nb-N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ktangel: avrundede hjørner 4">
                <a:extLst>
                  <a:ext uri="{FF2B5EF4-FFF2-40B4-BE49-F238E27FC236}">
                    <a16:creationId xmlns:a16="http://schemas.microsoft.com/office/drawing/2014/main" id="{E2E0249B-DB37-AFF9-4C90-D9D78FA85155}"/>
                  </a:ext>
                </a:extLst>
              </p:cNvPr>
              <p:cNvSpPr/>
              <p:nvPr/>
            </p:nvSpPr>
            <p:spPr>
              <a:xfrm>
                <a:off x="838200" y="1690688"/>
                <a:ext cx="4618494" cy="728420"/>
              </a:xfrm>
              <a:prstGeom prst="round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b-NO" sz="2800" i="1">
                          <a:latin typeface="Cambria Math" panose="02040503050406030204" pitchFamily="18" charset="0"/>
                        </a:rPr>
                        <m:t>𝑐𝑜𝑣</m:t>
                      </m:r>
                      <m:r>
                        <a:rPr lang="nb-NO" sz="2800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nb-NO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b-NO" sz="28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nb-NO" sz="28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nb-NO" sz="2800" i="1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nb-NO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b-NO" sz="28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nb-NO" sz="2800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nb-NO" sz="2800" i="1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nb-NO" sz="28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nb-NO" sz="2800" i="1">
                          <a:latin typeface="Cambria Math" panose="02040503050406030204" pitchFamily="18" charset="0"/>
                        </a:rPr>
                        <m:t>)=0</m:t>
                      </m:r>
                      <m:r>
                        <m:rPr>
                          <m:nor/>
                        </m:rPr>
                        <a:rPr lang="en-GB" sz="2800" i="0" dirty="0"/>
                        <m:t> </m:t>
                      </m:r>
                      <m:r>
                        <m:rPr>
                          <m:nor/>
                        </m:rPr>
                        <a:rPr lang="en-GB" sz="2800" i="0" dirty="0"/>
                        <m:t>for</m:t>
                      </m:r>
                      <m:r>
                        <m:rPr>
                          <m:nor/>
                        </m:rPr>
                        <a:rPr lang="en-GB" sz="2800" i="0" dirty="0"/>
                        <m:t> </m:t>
                      </m:r>
                      <m:r>
                        <a:rPr lang="nb-NO" sz="2800" i="1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nb-NO" sz="2800" i="1">
                          <a:latin typeface="Cambria Math" panose="02040503050406030204" pitchFamily="18" charset="0"/>
                        </a:rPr>
                        <m:t>≠</m:t>
                      </m:r>
                      <m:r>
                        <a:rPr lang="nb-NO" sz="2800" i="1">
                          <a:latin typeface="Cambria Math" panose="02040503050406030204" pitchFamily="18" charset="0"/>
                        </a:rPr>
                        <m:t>𝑗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" name="Rektangel: avrundede hjørner 4">
                <a:extLst>
                  <a:ext uri="{FF2B5EF4-FFF2-40B4-BE49-F238E27FC236}">
                    <a16:creationId xmlns:a16="http://schemas.microsoft.com/office/drawing/2014/main" id="{E2E0249B-DB37-AFF9-4C90-D9D78FA8515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690688"/>
                <a:ext cx="4618494" cy="728420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b-N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747226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4978ABD3-B819-77FD-71FB-F448EB21D1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GB" dirty="0"/>
              <a:t>SR5: Variation in x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Content Placeholder 2">
                <a:extLst>
                  <a:ext uri="{FF2B5EF4-FFF2-40B4-BE49-F238E27FC236}">
                    <a16:creationId xmlns:a16="http://schemas.microsoft.com/office/drawing/2014/main" id="{B9D9AE61-FB4E-AED1-68F0-418863DBC235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838200" y="1825625"/>
                <a:ext cx="5181600" cy="4351338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nb-NO" b="1" dirty="0"/>
                  <a:t>What </a:t>
                </a:r>
                <a:r>
                  <a:rPr lang="nb-NO" b="1" dirty="0" err="1"/>
                  <a:t>does</a:t>
                </a:r>
                <a:r>
                  <a:rPr lang="nb-NO" b="1" dirty="0"/>
                  <a:t> </a:t>
                </a:r>
                <a:r>
                  <a:rPr lang="nb-NO" b="1" dirty="0" err="1"/>
                  <a:t>this</a:t>
                </a:r>
                <a:r>
                  <a:rPr lang="nb-NO" b="1" dirty="0"/>
                  <a:t> tell </a:t>
                </a:r>
                <a:r>
                  <a:rPr lang="nb-NO" b="1" dirty="0" err="1"/>
                  <a:t>us</a:t>
                </a:r>
                <a:r>
                  <a:rPr lang="nb-NO" b="1" dirty="0"/>
                  <a:t>?</a:t>
                </a:r>
                <a:endParaRPr lang="nb-NO" dirty="0"/>
              </a:p>
              <a:p>
                <a:pPr lvl="0"/>
                <a:r>
                  <a:rPr lang="nb-NO" dirty="0" err="1"/>
                  <a:t>we</a:t>
                </a:r>
                <a:r>
                  <a:rPr lang="nb-NO" dirty="0"/>
                  <a:t> </a:t>
                </a:r>
                <a:r>
                  <a:rPr lang="nb-NO" dirty="0" err="1"/>
                  <a:t>need</a:t>
                </a:r>
                <a:r>
                  <a:rPr lang="nb-NO" dirty="0"/>
                  <a:t> different </a:t>
                </a:r>
                <a:r>
                  <a:rPr lang="nb-NO" dirty="0" err="1"/>
                  <a:t>values</a:t>
                </a:r>
                <a:r>
                  <a:rPr lang="nb-NO" dirty="0"/>
                  <a:t> </a:t>
                </a:r>
                <a:r>
                  <a:rPr lang="nb-NO" dirty="0" err="1"/>
                  <a:t>of</a:t>
                </a:r>
                <a:r>
                  <a:rPr lang="nb-NO" dirty="0"/>
                  <a:t> </a:t>
                </a:r>
                <a14:m>
                  <m:oMath xmlns:m="http://schemas.openxmlformats.org/officeDocument/2006/math">
                    <m:r>
                      <a:rPr lang="nb-NO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nb-NO" dirty="0"/>
                  <a:t> in </a:t>
                </a:r>
                <a:r>
                  <a:rPr lang="nb-NO" dirty="0" err="1"/>
                  <a:t>the</a:t>
                </a:r>
                <a:r>
                  <a:rPr lang="nb-NO" dirty="0"/>
                  <a:t> sample </a:t>
                </a:r>
              </a:p>
              <a:p>
                <a:pPr lvl="0"/>
                <a:r>
                  <a:rPr lang="nb-NO" dirty="0" err="1"/>
                  <a:t>without</a:t>
                </a:r>
                <a:r>
                  <a:rPr lang="nb-NO" dirty="0"/>
                  <a:t> </a:t>
                </a:r>
                <a:r>
                  <a:rPr lang="nb-NO" dirty="0" err="1"/>
                  <a:t>variation</a:t>
                </a:r>
                <a:r>
                  <a:rPr lang="nb-NO" dirty="0"/>
                  <a:t> in </a:t>
                </a:r>
                <a14:m>
                  <m:oMath xmlns:m="http://schemas.openxmlformats.org/officeDocument/2006/math">
                    <m:r>
                      <a:rPr lang="nb-NO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nb-NO" dirty="0"/>
                  <a:t>, </a:t>
                </a:r>
                <a:r>
                  <a:rPr lang="nb-NO" dirty="0" err="1"/>
                  <a:t>we</a:t>
                </a:r>
                <a:r>
                  <a:rPr lang="nb-NO" dirty="0"/>
                  <a:t> </a:t>
                </a:r>
                <a:r>
                  <a:rPr lang="nb-NO" dirty="0" err="1"/>
                  <a:t>cannot</a:t>
                </a:r>
                <a:r>
                  <a:rPr lang="nb-NO" dirty="0"/>
                  <a:t> </a:t>
                </a:r>
                <a:r>
                  <a:rPr lang="nb-NO" dirty="0" err="1"/>
                  <a:t>estimate</a:t>
                </a:r>
                <a:r>
                  <a:rPr lang="nb-NO" dirty="0"/>
                  <a:t> </a:t>
                </a:r>
                <a:r>
                  <a:rPr lang="nb-NO" dirty="0" err="1"/>
                  <a:t>how</a:t>
                </a:r>
                <a:r>
                  <a:rPr lang="nb-NO" dirty="0"/>
                  <a:t> </a:t>
                </a:r>
                <a14:m>
                  <m:oMath xmlns:m="http://schemas.openxmlformats.org/officeDocument/2006/math">
                    <m:r>
                      <a:rPr lang="nb-NO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nb-NO" dirty="0"/>
                  <a:t> </a:t>
                </a:r>
                <a:r>
                  <a:rPr lang="nb-NO" dirty="0" err="1"/>
                  <a:t>changes</a:t>
                </a:r>
                <a:r>
                  <a:rPr lang="nb-NO" dirty="0"/>
                  <a:t> </a:t>
                </a:r>
                <a:r>
                  <a:rPr lang="nb-NO" dirty="0" err="1"/>
                  <a:t>when</a:t>
                </a:r>
                <a:r>
                  <a:rPr lang="nb-NO" dirty="0"/>
                  <a:t> </a:t>
                </a:r>
                <a14:m>
                  <m:oMath xmlns:m="http://schemas.openxmlformats.org/officeDocument/2006/math">
                    <m:r>
                      <a:rPr lang="nb-NO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nb-NO" dirty="0"/>
                  <a:t> </a:t>
                </a:r>
                <a:r>
                  <a:rPr lang="nb-NO" dirty="0" err="1"/>
                  <a:t>changes</a:t>
                </a:r>
                <a:endParaRPr lang="nb-NO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15" name="Content Placeholder 2">
                <a:extLst>
                  <a:ext uri="{FF2B5EF4-FFF2-40B4-BE49-F238E27FC236}">
                    <a16:creationId xmlns:a16="http://schemas.microsoft.com/office/drawing/2014/main" id="{B9D9AE61-FB4E-AED1-68F0-418863DBC23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838200" y="1825625"/>
                <a:ext cx="5181600" cy="4351338"/>
              </a:xfrm>
              <a:blipFill>
                <a:blip r:embed="rId2"/>
                <a:stretch>
                  <a:fillRect l="-2471" t="-2381"/>
                </a:stretch>
              </a:blipFill>
            </p:spPr>
            <p:txBody>
              <a:bodyPr/>
              <a:lstStyle/>
              <a:p>
                <a:r>
                  <a:rPr lang="nb-NO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Bilde 6">
            <a:extLst>
              <a:ext uri="{FF2B5EF4-FFF2-40B4-BE49-F238E27FC236}">
                <a16:creationId xmlns:a16="http://schemas.microsoft.com/office/drawing/2014/main" id="{25956510-8A42-4040-F9BA-6F0D4C58F72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619"/>
          <a:stretch>
            <a:fillRect/>
          </a:stretch>
        </p:blipFill>
        <p:spPr>
          <a:xfrm>
            <a:off x="6172200" y="1825625"/>
            <a:ext cx="5181600" cy="435133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2573628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4A885D-2F77-1641-7306-69CD91A490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5DE65D78-ECF0-84EF-B3B2-E6BDD17F76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SR6: Normality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lassholder for innhold 2">
                <a:extLst>
                  <a:ext uri="{FF2B5EF4-FFF2-40B4-BE49-F238E27FC236}">
                    <a16:creationId xmlns:a16="http://schemas.microsoft.com/office/drawing/2014/main" id="{F05BF76E-72A7-9FA6-F441-46E61BB36B4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2650210"/>
                <a:ext cx="10515600" cy="3526752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nb-NO" b="1" dirty="0" err="1"/>
                  <a:t>What</a:t>
                </a:r>
                <a:r>
                  <a:rPr lang="nb-NO" b="1" dirty="0"/>
                  <a:t> </a:t>
                </a:r>
                <a:r>
                  <a:rPr lang="nb-NO" b="1" dirty="0" err="1"/>
                  <a:t>does</a:t>
                </a:r>
                <a:r>
                  <a:rPr lang="nb-NO" b="1" dirty="0"/>
                  <a:t> </a:t>
                </a:r>
                <a:r>
                  <a:rPr lang="nb-NO" b="1" dirty="0" err="1"/>
                  <a:t>this</a:t>
                </a:r>
                <a:r>
                  <a:rPr lang="nb-NO" b="1" dirty="0"/>
                  <a:t> tell </a:t>
                </a:r>
                <a:r>
                  <a:rPr lang="nb-NO" b="1" dirty="0" err="1"/>
                  <a:t>us</a:t>
                </a:r>
                <a:r>
                  <a:rPr lang="nb-NO" b="1" dirty="0"/>
                  <a:t>?</a:t>
                </a:r>
                <a:endParaRPr lang="nb-NO" dirty="0"/>
              </a:p>
              <a:p>
                <a:pPr lvl="0"/>
                <a:r>
                  <a:rPr lang="nb-NO" dirty="0" err="1"/>
                  <a:t>the</a:t>
                </a:r>
                <a:r>
                  <a:rPr lang="nb-NO" dirty="0"/>
                  <a:t> </a:t>
                </a:r>
                <a:r>
                  <a:rPr lang="nb-NO" dirty="0" err="1"/>
                  <a:t>unexplained</a:t>
                </a:r>
                <a:r>
                  <a:rPr lang="nb-NO" dirty="0"/>
                  <a:t> part </a:t>
                </a:r>
                <a:r>
                  <a:rPr lang="nb-NO" dirty="0" err="1"/>
                  <a:t>of</a:t>
                </a:r>
                <a:r>
                  <a:rPr lang="nb-NO" dirty="0"/>
                  <a:t> </a:t>
                </a:r>
                <a:r>
                  <a:rPr lang="nb-NO" dirty="0" err="1"/>
                  <a:t>one</a:t>
                </a:r>
                <a:r>
                  <a:rPr lang="nb-NO" dirty="0"/>
                  <a:t> </a:t>
                </a:r>
                <a:r>
                  <a:rPr lang="nb-NO" dirty="0" err="1"/>
                  <a:t>observation</a:t>
                </a:r>
                <a:r>
                  <a:rPr lang="nb-NO" dirty="0"/>
                  <a:t> is not </a:t>
                </a:r>
                <a:r>
                  <a:rPr lang="nb-NO" dirty="0" err="1"/>
                  <a:t>related</a:t>
                </a:r>
                <a:r>
                  <a:rPr lang="nb-NO" dirty="0"/>
                  <a:t> to </a:t>
                </a:r>
                <a:r>
                  <a:rPr lang="nb-NO" dirty="0" err="1"/>
                  <a:t>the</a:t>
                </a:r>
                <a:r>
                  <a:rPr lang="nb-NO" dirty="0"/>
                  <a:t> </a:t>
                </a:r>
                <a:r>
                  <a:rPr lang="nb-NO" dirty="0" err="1"/>
                  <a:t>unexplained</a:t>
                </a:r>
                <a:r>
                  <a:rPr lang="nb-NO" dirty="0"/>
                  <a:t> part </a:t>
                </a:r>
                <a:r>
                  <a:rPr lang="nb-NO" dirty="0" err="1"/>
                  <a:t>of</a:t>
                </a:r>
                <a:r>
                  <a:rPr lang="nb-NO" dirty="0"/>
                  <a:t> </a:t>
                </a:r>
                <a:r>
                  <a:rPr lang="nb-NO" dirty="0" err="1"/>
                  <a:t>another</a:t>
                </a:r>
                <a:r>
                  <a:rPr lang="nb-NO" dirty="0"/>
                  <a:t> </a:t>
                </a:r>
              </a:p>
              <a:p>
                <a:pPr lvl="0"/>
                <a:r>
                  <a:rPr lang="nb-NO" dirty="0"/>
                  <a:t>an </a:t>
                </a:r>
                <a:r>
                  <a:rPr lang="nb-NO" dirty="0" err="1"/>
                  <a:t>error</a:t>
                </a:r>
                <a:r>
                  <a:rPr lang="nb-NO" dirty="0"/>
                  <a:t> for </a:t>
                </a:r>
                <a:r>
                  <a:rPr lang="nb-NO" dirty="0" err="1"/>
                  <a:t>observation</a:t>
                </a:r>
                <a:r>
                  <a:rPr lang="nb-NO" dirty="0"/>
                  <a:t> </a:t>
                </a:r>
                <a14:m>
                  <m:oMath xmlns:m="http://schemas.openxmlformats.org/officeDocument/2006/math">
                    <m:r>
                      <a:rPr lang="nb-NO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nb-NO" dirty="0"/>
                  <a:t> </a:t>
                </a:r>
                <a:r>
                  <a:rPr lang="nb-NO" dirty="0" err="1"/>
                  <a:t>gives</a:t>
                </a:r>
                <a:r>
                  <a:rPr lang="nb-NO" dirty="0"/>
                  <a:t> </a:t>
                </a:r>
                <a:r>
                  <a:rPr lang="nb-NO" dirty="0" err="1"/>
                  <a:t>us</a:t>
                </a:r>
                <a:r>
                  <a:rPr lang="nb-NO" dirty="0"/>
                  <a:t> </a:t>
                </a:r>
                <a:r>
                  <a:rPr lang="nb-NO" dirty="0" err="1"/>
                  <a:t>no</a:t>
                </a:r>
                <a:r>
                  <a:rPr lang="nb-NO" dirty="0"/>
                  <a:t> </a:t>
                </a:r>
                <a:r>
                  <a:rPr lang="nb-NO" dirty="0" err="1"/>
                  <a:t>information</a:t>
                </a:r>
                <a:r>
                  <a:rPr lang="nb-NO" dirty="0"/>
                  <a:t> </a:t>
                </a:r>
                <a:r>
                  <a:rPr lang="nb-NO" dirty="0" err="1"/>
                  <a:t>about</a:t>
                </a:r>
                <a:r>
                  <a:rPr lang="nb-NO" dirty="0"/>
                  <a:t> </a:t>
                </a:r>
                <a:r>
                  <a:rPr lang="nb-NO" dirty="0" err="1"/>
                  <a:t>the</a:t>
                </a:r>
                <a:r>
                  <a:rPr lang="nb-NO" dirty="0"/>
                  <a:t> </a:t>
                </a:r>
                <a:r>
                  <a:rPr lang="nb-NO" dirty="0" err="1"/>
                  <a:t>error</a:t>
                </a:r>
                <a:r>
                  <a:rPr lang="nb-NO" dirty="0"/>
                  <a:t> for </a:t>
                </a:r>
                <a:r>
                  <a:rPr lang="nb-NO" dirty="0" err="1"/>
                  <a:t>observation</a:t>
                </a:r>
                <a:r>
                  <a:rPr lang="nb-NO" dirty="0"/>
                  <a:t> </a:t>
                </a:r>
                <a:r>
                  <a:rPr lang="nb-NO" i="1" dirty="0"/>
                  <a:t>j</a:t>
                </a:r>
              </a:p>
            </p:txBody>
          </p:sp>
        </mc:Choice>
        <mc:Fallback xmlns="">
          <p:sp>
            <p:nvSpPr>
              <p:cNvPr id="3" name="Plassholder for innhold 2">
                <a:extLst>
                  <a:ext uri="{FF2B5EF4-FFF2-40B4-BE49-F238E27FC236}">
                    <a16:creationId xmlns:a16="http://schemas.microsoft.com/office/drawing/2014/main" id="{B5F36433-D227-B8C5-BC94-3B32DF0EEE1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2650210"/>
                <a:ext cx="10515600" cy="3526752"/>
              </a:xfrm>
              <a:blipFill>
                <a:blip r:embed="rId3"/>
                <a:stretch>
                  <a:fillRect l="-1217" t="-3114"/>
                </a:stretch>
              </a:blipFill>
            </p:spPr>
            <p:txBody>
              <a:bodyPr/>
              <a:lstStyle/>
              <a:p>
                <a:r>
                  <a:rPr lang="nb-N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ktangel: avrundede hjørner 4">
                <a:extLst>
                  <a:ext uri="{FF2B5EF4-FFF2-40B4-BE49-F238E27FC236}">
                    <a16:creationId xmlns:a16="http://schemas.microsoft.com/office/drawing/2014/main" id="{DFC03FC9-9924-0F25-D0C6-726A30D4FF38}"/>
                  </a:ext>
                </a:extLst>
              </p:cNvPr>
              <p:cNvSpPr/>
              <p:nvPr/>
            </p:nvSpPr>
            <p:spPr>
              <a:xfrm>
                <a:off x="838200" y="1690688"/>
                <a:ext cx="4618494" cy="728420"/>
              </a:xfrm>
              <a:prstGeom prst="round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nb-NO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b-NO" sz="28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nb-NO" sz="28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nb-NO" sz="2800" i="1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nb-NO" sz="28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nb-NO" sz="2800" i="1">
                          <a:latin typeface="Cambria Math" panose="02040503050406030204" pitchFamily="18" charset="0"/>
                        </a:rPr>
                        <m:t>~</m:t>
                      </m:r>
                      <m:r>
                        <a:rPr lang="nb-NO" sz="2800" i="1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nb-NO" sz="2800" i="1">
                          <a:latin typeface="Cambria Math" panose="02040503050406030204" pitchFamily="18" charset="0"/>
                        </a:rPr>
                        <m:t>(0,</m:t>
                      </m:r>
                      <m:sSup>
                        <m:sSupPr>
                          <m:ctrlPr>
                            <a:rPr lang="en-GB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nb-NO" sz="28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nb-NO" sz="28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" name="Rektangel: avrundede hjørner 4">
                <a:extLst>
                  <a:ext uri="{FF2B5EF4-FFF2-40B4-BE49-F238E27FC236}">
                    <a16:creationId xmlns:a16="http://schemas.microsoft.com/office/drawing/2014/main" id="{DFC03FC9-9924-0F25-D0C6-726A30D4FF3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690688"/>
                <a:ext cx="4618494" cy="728420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b-N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9438745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ECE14EF9-3114-8703-E128-307C98FCDA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Theoretical → Estimated</a:t>
            </a:r>
          </a:p>
        </p:txBody>
      </p:sp>
      <p:sp>
        <p:nvSpPr>
          <p:cNvPr id="5" name="Plassholder for innhold 4">
            <a:extLst>
              <a:ext uri="{FF2B5EF4-FFF2-40B4-BE49-F238E27FC236}">
                <a16:creationId xmlns:a16="http://schemas.microsoft.com/office/drawing/2014/main" id="{362F4185-7868-708C-4CCE-461F250FD0E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GB" noProof="0" dirty="0"/>
              <a:t>When we start estimating parameters change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Plassholder for innhold 6">
                <a:extLst>
                  <a:ext uri="{FF2B5EF4-FFF2-40B4-BE49-F238E27FC236}">
                    <a16:creationId xmlns:a16="http://schemas.microsoft.com/office/drawing/2014/main" id="{3B697497-FC3D-8ECE-56B0-1BFF0F8FF37A}"/>
                  </a:ext>
                </a:extLst>
              </p:cNvPr>
              <p:cNvGraphicFramePr>
                <a:graphicFrameLocks noGrp="1"/>
              </p:cNvGraphicFramePr>
              <p:nvPr>
                <p:ph sz="half" idx="2"/>
                <p:extLst>
                  <p:ext uri="{D42A27DB-BD31-4B8C-83A1-F6EECF244321}">
                    <p14:modId xmlns:p14="http://schemas.microsoft.com/office/powerpoint/2010/main" val="1490692041"/>
                  </p:ext>
                </p:extLst>
              </p:nvPr>
            </p:nvGraphicFramePr>
            <p:xfrm>
              <a:off x="6172200" y="1825625"/>
              <a:ext cx="5181600" cy="3108960"/>
            </p:xfrm>
            <a:graphic>
              <a:graphicData uri="http://schemas.openxmlformats.org/drawingml/2006/table">
                <a:tbl>
                  <a:tblPr>
                    <a:tableStyleId>{C4B1156A-380E-4F78-BDF5-A606A8083BF9}</a:tableStyleId>
                  </a:tblPr>
                  <a:tblGrid>
                    <a:gridCol w="1727200">
                      <a:extLst>
                        <a:ext uri="{9D8B030D-6E8A-4147-A177-3AD203B41FA5}">
                          <a16:colId xmlns:a16="http://schemas.microsoft.com/office/drawing/2014/main" val="2454696334"/>
                        </a:ext>
                      </a:extLst>
                    </a:gridCol>
                    <a:gridCol w="1727200">
                      <a:extLst>
                        <a:ext uri="{9D8B030D-6E8A-4147-A177-3AD203B41FA5}">
                          <a16:colId xmlns:a16="http://schemas.microsoft.com/office/drawing/2014/main" val="4151665161"/>
                        </a:ext>
                      </a:extLst>
                    </a:gridCol>
                    <a:gridCol w="1727200">
                      <a:extLst>
                        <a:ext uri="{9D8B030D-6E8A-4147-A177-3AD203B41FA5}">
                          <a16:colId xmlns:a16="http://schemas.microsoft.com/office/drawing/2014/main" val="812608632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GB" noProof="0" dirty="0"/>
                            <a:t>Theoretical / Population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GB" noProof="0" dirty="0"/>
                            <a:t>Estimated / Observed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GB" noProof="0" dirty="0"/>
                            <a:t>Meaning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031696252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noProof="0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GB" noProof="0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noProof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GB" i="1" noProof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GB" noProof="0" smtClean="0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GB" noProof="0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noProof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GB" noProof="0" dirty="0"/>
                            <a:t>Observed outcome / Fitted value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157768982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noProof="0" smtClean="0"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  <m:sub>
                                    <m:r>
                                      <a:rPr lang="en-GB" noProof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GB" noProof="0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GB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noProof="0" smtClean="0"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  <m:sub>
                                    <m:r>
                                      <a:rPr lang="en-GB" noProof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noProof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noProof="0" smtClean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GB" noProof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GB" noProof="0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GB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noProof="0" smtClean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GB" noProof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noProof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GB" noProof="0" dirty="0"/>
                            <a:t>Population parameters / OLS estimates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95275296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noProof="0" smtClean="0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b>
                                    <m:r>
                                      <a:rPr lang="en-GB" noProof="0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noProof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GB" i="1" noProof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GB" noProof="0" smtClean="0">
                                            <a:latin typeface="Cambria Math" panose="02040503050406030204" pitchFamily="18" charset="0"/>
                                          </a:rPr>
                                          <m:t>𝑒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GB" noProof="0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noProof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GB" noProof="0" dirty="0"/>
                            <a:t>Random error / Residual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21770792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Plassholder for innhold 6">
                <a:extLst>
                  <a:ext uri="{FF2B5EF4-FFF2-40B4-BE49-F238E27FC236}">
                    <a16:creationId xmlns:a16="http://schemas.microsoft.com/office/drawing/2014/main" id="{3B697497-FC3D-8ECE-56B0-1BFF0F8FF37A}"/>
                  </a:ext>
                </a:extLst>
              </p:cNvPr>
              <p:cNvGraphicFramePr>
                <a:graphicFrameLocks noGrp="1"/>
              </p:cNvGraphicFramePr>
              <p:nvPr>
                <p:ph sz="half" idx="2"/>
                <p:extLst>
                  <p:ext uri="{D42A27DB-BD31-4B8C-83A1-F6EECF244321}">
                    <p14:modId xmlns:p14="http://schemas.microsoft.com/office/powerpoint/2010/main" val="1490692041"/>
                  </p:ext>
                </p:extLst>
              </p:nvPr>
            </p:nvGraphicFramePr>
            <p:xfrm>
              <a:off x="6172200" y="1825625"/>
              <a:ext cx="5181600" cy="3108960"/>
            </p:xfrm>
            <a:graphic>
              <a:graphicData uri="http://schemas.openxmlformats.org/drawingml/2006/table">
                <a:tbl>
                  <a:tblPr>
                    <a:tableStyleId>{C4B1156A-380E-4F78-BDF5-A606A8083BF9}</a:tableStyleId>
                  </a:tblPr>
                  <a:tblGrid>
                    <a:gridCol w="1727200">
                      <a:extLst>
                        <a:ext uri="{9D8B030D-6E8A-4147-A177-3AD203B41FA5}">
                          <a16:colId xmlns:a16="http://schemas.microsoft.com/office/drawing/2014/main" val="2454696334"/>
                        </a:ext>
                      </a:extLst>
                    </a:gridCol>
                    <a:gridCol w="1727200">
                      <a:extLst>
                        <a:ext uri="{9D8B030D-6E8A-4147-A177-3AD203B41FA5}">
                          <a16:colId xmlns:a16="http://schemas.microsoft.com/office/drawing/2014/main" val="4151665161"/>
                        </a:ext>
                      </a:extLst>
                    </a:gridCol>
                    <a:gridCol w="1727200">
                      <a:extLst>
                        <a:ext uri="{9D8B030D-6E8A-4147-A177-3AD203B41FA5}">
                          <a16:colId xmlns:a16="http://schemas.microsoft.com/office/drawing/2014/main" val="812608632"/>
                        </a:ext>
                      </a:extLst>
                    </a:gridCol>
                  </a:tblGrid>
                  <a:tr h="64008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GB" noProof="0" dirty="0"/>
                            <a:t>Theoretical / Population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GB" noProof="0" dirty="0"/>
                            <a:t>Estimated / Observed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GB" noProof="0" dirty="0"/>
                            <a:t>Meaning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031696252"/>
                      </a:ext>
                    </a:extLst>
                  </a:tr>
                  <a:tr h="914400">
                    <a:tc>
                      <a:txBody>
                        <a:bodyPr/>
                        <a:lstStyle/>
                        <a:p>
                          <a:endParaRPr lang="nb-NO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52" t="-72848" r="-200352" b="-17880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nb-NO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0707" t="-72848" r="-101060" b="-17880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GB" noProof="0" dirty="0"/>
                            <a:t>Observed outcome / Fitted value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157768982"/>
                      </a:ext>
                    </a:extLst>
                  </a:tr>
                  <a:tr h="914400">
                    <a:tc>
                      <a:txBody>
                        <a:bodyPr/>
                        <a:lstStyle/>
                        <a:p>
                          <a:endParaRPr lang="nb-NO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52" t="-174000" r="-200352" b="-8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nb-NO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0707" t="-174000" r="-101060" b="-8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GB" noProof="0" dirty="0"/>
                            <a:t>Population parameters / OLS estimates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95275296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endParaRPr lang="nb-NO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52" t="-391429" r="-200352" b="-142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nb-NO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0707" t="-391429" r="-101060" b="-142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GB" noProof="0" dirty="0"/>
                            <a:t>Random error / Residual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217707920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ktangel: avrundede hjørner 8">
                <a:extLst>
                  <a:ext uri="{FF2B5EF4-FFF2-40B4-BE49-F238E27FC236}">
                    <a16:creationId xmlns:a16="http://schemas.microsoft.com/office/drawing/2014/main" id="{DEACFB70-7B8A-9D16-58FF-C85E2BF34F8A}"/>
                  </a:ext>
                </a:extLst>
              </p:cNvPr>
              <p:cNvSpPr/>
              <p:nvPr/>
            </p:nvSpPr>
            <p:spPr>
              <a:xfrm>
                <a:off x="838200" y="3064790"/>
                <a:ext cx="4618494" cy="728420"/>
              </a:xfrm>
              <a:prstGeom prst="round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nb-NO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b-NO" sz="28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nb-NO" sz="28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nb-NO" sz="28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nb-NO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b-NO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nb-NO" sz="28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nb-NO" sz="28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nb-NO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b-NO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nb-NO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nb-NO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nb-NO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b-NO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nb-NO" sz="28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nb-NO" sz="28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nb-NO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b-NO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nb-NO" sz="28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9" name="Rektangel: avrundede hjørner 8">
                <a:extLst>
                  <a:ext uri="{FF2B5EF4-FFF2-40B4-BE49-F238E27FC236}">
                    <a16:creationId xmlns:a16="http://schemas.microsoft.com/office/drawing/2014/main" id="{DEACFB70-7B8A-9D16-58FF-C85E2BF34F8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3064790"/>
                <a:ext cx="4618494" cy="728420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b-N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Pil: ned 9">
            <a:extLst>
              <a:ext uri="{FF2B5EF4-FFF2-40B4-BE49-F238E27FC236}">
                <a16:creationId xmlns:a16="http://schemas.microsoft.com/office/drawing/2014/main" id="{38E2A3C3-496B-C8BF-2EF7-B2404620FFD4}"/>
              </a:ext>
            </a:extLst>
          </p:cNvPr>
          <p:cNvSpPr/>
          <p:nvPr/>
        </p:nvSpPr>
        <p:spPr>
          <a:xfrm>
            <a:off x="2805194" y="3928147"/>
            <a:ext cx="860156" cy="627681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ktangel: avrundede hjørner 11">
                <a:extLst>
                  <a:ext uri="{FF2B5EF4-FFF2-40B4-BE49-F238E27FC236}">
                    <a16:creationId xmlns:a16="http://schemas.microsoft.com/office/drawing/2014/main" id="{45B84A12-34FD-41D8-96D6-A02D5ED73FDA}"/>
                  </a:ext>
                </a:extLst>
              </p:cNvPr>
              <p:cNvSpPr/>
              <p:nvPr/>
            </p:nvSpPr>
            <p:spPr>
              <a:xfrm>
                <a:off x="926025" y="4774769"/>
                <a:ext cx="4618494" cy="728420"/>
              </a:xfrm>
              <a:prstGeom prst="round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nb-NO" sz="28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nb-NO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nb-NO" sz="28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nb-NO" sz="28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acc>
                      <m:r>
                        <a:rPr lang="nb-NO" sz="28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nb-NO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b-NO" sz="28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nb-NO" sz="28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nb-NO" sz="28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nb-NO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b-NO" sz="28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nb-NO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nb-NO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nb-NO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b-NO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nb-NO" sz="28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12" name="Rektangel: avrundede hjørner 11">
                <a:extLst>
                  <a:ext uri="{FF2B5EF4-FFF2-40B4-BE49-F238E27FC236}">
                    <a16:creationId xmlns:a16="http://schemas.microsoft.com/office/drawing/2014/main" id="{45B84A12-34FD-41D8-96D6-A02D5ED73FD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6025" y="4774769"/>
                <a:ext cx="4618494" cy="728420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b-N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ktangel: avrundede hjørner 13">
                <a:extLst>
                  <a:ext uri="{FF2B5EF4-FFF2-40B4-BE49-F238E27FC236}">
                    <a16:creationId xmlns:a16="http://schemas.microsoft.com/office/drawing/2014/main" id="{38365FD7-7C80-B7C5-1E9C-981E69EEAF03}"/>
                  </a:ext>
                </a:extLst>
              </p:cNvPr>
              <p:cNvSpPr/>
              <p:nvPr/>
            </p:nvSpPr>
            <p:spPr>
              <a:xfrm>
                <a:off x="926025" y="5667484"/>
                <a:ext cx="4618494" cy="728420"/>
              </a:xfrm>
              <a:prstGeom prst="round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nb-NO" sz="28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nb-NO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nb-NO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nb-NO" sz="28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acc>
                      <m:r>
                        <a:rPr lang="nb-NO" sz="28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nb-NO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b-NO" sz="28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nb-NO" sz="28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nb-NO" sz="2800" b="0" i="1" smtClean="0">
                          <a:latin typeface="Cambria Math" panose="02040503050406030204" pitchFamily="18" charset="0"/>
                        </a:rPr>
                        <m:t>−</m:t>
                      </m:r>
                      <m:acc>
                        <m:accPr>
                          <m:chr m:val="̂"/>
                          <m:ctrlPr>
                            <a:rPr lang="nb-NO" sz="28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nb-NO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nb-NO" sz="28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nb-NO" sz="28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14" name="Rektangel: avrundede hjørner 13">
                <a:extLst>
                  <a:ext uri="{FF2B5EF4-FFF2-40B4-BE49-F238E27FC236}">
                    <a16:creationId xmlns:a16="http://schemas.microsoft.com/office/drawing/2014/main" id="{38365FD7-7C80-B7C5-1E9C-981E69EEAF0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6025" y="5667484"/>
                <a:ext cx="4618494" cy="728420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b-N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057478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324D00B9-7910-577F-A9CF-49D3873F80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Ordinary least squares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Plassholder for innhold 5">
                <a:extLst>
                  <a:ext uri="{FF2B5EF4-FFF2-40B4-BE49-F238E27FC236}">
                    <a16:creationId xmlns:a16="http://schemas.microsoft.com/office/drawing/2014/main" id="{D1B75959-626B-26E3-3E1C-DB244E28182D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838200" y="2688981"/>
                <a:ext cx="5181600" cy="3487981"/>
              </a:xfrm>
            </p:spPr>
            <p:txBody>
              <a:bodyPr/>
              <a:lstStyle/>
              <a:p>
                <a:r>
                  <a:rPr lang="en-GB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rPr>
                  <a:t>The sample estimates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b-NO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b-NO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nb-NO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GB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b-NO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b-NO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nb-NO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GB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rPr>
                  <a:t> determine the fitted line.</a:t>
                </a:r>
              </a:p>
              <a:p>
                <a:r>
                  <a:rPr lang="en-GB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rPr>
                  <a:t>The fitted value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nb-NO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nb-NO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nb-NO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nb-NO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acc>
                  </m:oMath>
                </a14:m>
                <a:r>
                  <a:rPr lang="en-GB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rPr>
                  <a:t> estimates the average outcome 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b-NO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b-NO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nb-NO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GB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rPr>
                  <a:t>.</a:t>
                </a:r>
              </a:p>
              <a:p>
                <a:r>
                  <a:rPr lang="en-GB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rPr>
                  <a:t>OLS selects the intercept and slope that minimize squared residuals.</a:t>
                </a:r>
              </a:p>
              <a:p>
                <a:endParaRPr lang="nb-NO" dirty="0"/>
              </a:p>
            </p:txBody>
          </p:sp>
        </mc:Choice>
        <mc:Fallback xmlns="">
          <p:sp>
            <p:nvSpPr>
              <p:cNvPr id="6" name="Plassholder for innhold 5">
                <a:extLst>
                  <a:ext uri="{FF2B5EF4-FFF2-40B4-BE49-F238E27FC236}">
                    <a16:creationId xmlns:a16="http://schemas.microsoft.com/office/drawing/2014/main" id="{D1B75959-626B-26E3-3E1C-DB244E28182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838200" y="2688981"/>
                <a:ext cx="5181600" cy="3487981"/>
              </a:xfrm>
              <a:blipFill>
                <a:blip r:embed="rId2"/>
                <a:stretch>
                  <a:fillRect l="-2118" t="-2972" r="-235"/>
                </a:stretch>
              </a:blipFill>
            </p:spPr>
            <p:txBody>
              <a:bodyPr/>
              <a:lstStyle/>
              <a:p>
                <a:r>
                  <a:rPr lang="nb-N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ktangel: avrundede hjørner 4">
                <a:extLst>
                  <a:ext uri="{FF2B5EF4-FFF2-40B4-BE49-F238E27FC236}">
                    <a16:creationId xmlns:a16="http://schemas.microsoft.com/office/drawing/2014/main" id="{D139611E-BB3C-39A0-133E-CACE114F1A36}"/>
                  </a:ext>
                </a:extLst>
              </p:cNvPr>
              <p:cNvSpPr/>
              <p:nvPr/>
            </p:nvSpPr>
            <p:spPr>
              <a:xfrm>
                <a:off x="838200" y="1825625"/>
                <a:ext cx="4618494" cy="728420"/>
              </a:xfrm>
              <a:prstGeom prst="round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nb-NO" sz="28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nb-NO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nb-NO" sz="28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nb-NO" sz="28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acc>
                      <m:r>
                        <a:rPr lang="nb-NO" sz="28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nb-NO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b-NO" sz="28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nb-NO" sz="28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nb-NO" sz="28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nb-NO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b-NO" sz="28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nb-NO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nb-NO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nb-NO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b-NO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nb-NO" sz="28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" name="Rektangel: avrundede hjørner 4">
                <a:extLst>
                  <a:ext uri="{FF2B5EF4-FFF2-40B4-BE49-F238E27FC236}">
                    <a16:creationId xmlns:a16="http://schemas.microsoft.com/office/drawing/2014/main" id="{D139611E-BB3C-39A0-133E-CACE114F1A3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825625"/>
                <a:ext cx="4618494" cy="728420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b-NO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lassholder for innhold 8">
            <a:extLst>
              <a:ext uri="{FF2B5EF4-FFF2-40B4-BE49-F238E27FC236}">
                <a16:creationId xmlns:a16="http://schemas.microsoft.com/office/drawing/2014/main" id="{CB7579AF-E8C8-EDF6-F46F-77A2845D6F8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4"/>
          <a:stretch>
            <a:fillRect/>
          </a:stretch>
        </p:blipFill>
        <p:spPr>
          <a:xfrm>
            <a:off x="6188575" y="1825625"/>
            <a:ext cx="5148850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365633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BC4F23-8239-CC2B-A957-81C1F6FD32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098CD03C-1906-0C87-8E58-F9133CBA06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Fitted values and residuals</a:t>
            </a:r>
          </a:p>
        </p:txBody>
      </p:sp>
      <p:sp>
        <p:nvSpPr>
          <p:cNvPr id="6" name="Plassholder for innhold 5">
            <a:extLst>
              <a:ext uri="{FF2B5EF4-FFF2-40B4-BE49-F238E27FC236}">
                <a16:creationId xmlns:a16="http://schemas.microsoft.com/office/drawing/2014/main" id="{C45CC836-DD6C-7AA3-20C0-A12DF7E661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688981"/>
            <a:ext cx="5181600" cy="3487981"/>
          </a:xfrm>
        </p:spPr>
        <p:txBody>
          <a:bodyPr/>
          <a:lstStyle/>
          <a:p>
            <a:r>
              <a:rPr lang="en-GB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A residual is the observed outcome minus the fitted value.</a:t>
            </a:r>
          </a:p>
          <a:p>
            <a:r>
              <a:rPr lang="en-GB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A positive residual means the observation lies above the fitted line.</a:t>
            </a:r>
          </a:p>
          <a:p>
            <a:r>
              <a:rPr lang="en-GB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The residual êᵢ estimates an unobserved error eᵢ.</a:t>
            </a:r>
          </a:p>
          <a:p>
            <a:endParaRPr lang="nb-NO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ktangel: avrundede hjørner 4">
                <a:extLst>
                  <a:ext uri="{FF2B5EF4-FFF2-40B4-BE49-F238E27FC236}">
                    <a16:creationId xmlns:a16="http://schemas.microsoft.com/office/drawing/2014/main" id="{37E09908-7BA9-AAAA-E064-EACAF350EED8}"/>
                  </a:ext>
                </a:extLst>
              </p:cNvPr>
              <p:cNvSpPr/>
              <p:nvPr/>
            </p:nvSpPr>
            <p:spPr>
              <a:xfrm>
                <a:off x="838200" y="1825625"/>
                <a:ext cx="4618494" cy="728420"/>
              </a:xfrm>
              <a:prstGeom prst="round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nb-NO" sz="28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nb-NO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nb-NO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nb-NO" sz="28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acc>
                      <m:r>
                        <a:rPr lang="nb-NO" sz="28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nb-NO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b-NO" sz="28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nb-NO" sz="28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nb-NO" sz="2800" i="1">
                          <a:latin typeface="Cambria Math" panose="02040503050406030204" pitchFamily="18" charset="0"/>
                        </a:rPr>
                        <m:t>−</m:t>
                      </m:r>
                      <m:acc>
                        <m:accPr>
                          <m:chr m:val="̂"/>
                          <m:ctrlPr>
                            <a:rPr lang="nb-NO" sz="28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nb-NO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nb-NO" sz="28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nb-NO" sz="28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" name="Rektangel: avrundede hjørner 4">
                <a:extLst>
                  <a:ext uri="{FF2B5EF4-FFF2-40B4-BE49-F238E27FC236}">
                    <a16:creationId xmlns:a16="http://schemas.microsoft.com/office/drawing/2014/main" id="{37E09908-7BA9-AAAA-E064-EACAF350EED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825625"/>
                <a:ext cx="4618494" cy="728420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b-NO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lassholder for innhold 8">
            <a:extLst>
              <a:ext uri="{FF2B5EF4-FFF2-40B4-BE49-F238E27FC236}">
                <a16:creationId xmlns:a16="http://schemas.microsoft.com/office/drawing/2014/main" id="{E54F8AF6-B388-9525-E4EB-62644937851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7763012" y="1690688"/>
            <a:ext cx="3887922" cy="3285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326357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09C783-3E39-4ED4-4577-DA58CCD26F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EC6415C3-67F7-1349-30DA-01367086EE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Fitted values and residuals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Plassholder for innhold 5">
                <a:extLst>
                  <a:ext uri="{FF2B5EF4-FFF2-40B4-BE49-F238E27FC236}">
                    <a16:creationId xmlns:a16="http://schemas.microsoft.com/office/drawing/2014/main" id="{E618A58B-FDBC-782C-79E9-C9580C441CA2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838200" y="2688981"/>
                <a:ext cx="5181600" cy="3487981"/>
              </a:xfrm>
            </p:spPr>
            <p:txBody>
              <a:bodyPr/>
              <a:lstStyle/>
              <a:p>
                <a:r>
                  <a:rPr lang="en-GB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rPr>
                  <a:t>A residual is the observed outcome minus the fitted value.</a:t>
                </a:r>
              </a:p>
              <a:p>
                <a:r>
                  <a:rPr lang="en-GB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rPr>
                  <a:t>A positive residual means the observation lies above the fitted line.</a:t>
                </a:r>
              </a:p>
              <a:p>
                <a:r>
                  <a:rPr lang="en-GB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rPr>
                  <a:t>The residual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nb-NO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nb-NO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nb-NO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nb-NO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acc>
                  </m:oMath>
                </a14:m>
                <a:r>
                  <a:rPr lang="en-GB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rPr>
                  <a:t> estimates an unobserved error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b-NO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b-NO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nb-NO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nb-NO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rPr>
                  <a:t>.</a:t>
                </a:r>
              </a:p>
              <a:p>
                <a:endParaRPr lang="nb-NO" dirty="0"/>
              </a:p>
            </p:txBody>
          </p:sp>
        </mc:Choice>
        <mc:Fallback xmlns="">
          <p:sp>
            <p:nvSpPr>
              <p:cNvPr id="6" name="Plassholder for innhold 5">
                <a:extLst>
                  <a:ext uri="{FF2B5EF4-FFF2-40B4-BE49-F238E27FC236}">
                    <a16:creationId xmlns:a16="http://schemas.microsoft.com/office/drawing/2014/main" id="{E618A58B-FDBC-782C-79E9-C9580C441CA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838200" y="2688981"/>
                <a:ext cx="5181600" cy="3487981"/>
              </a:xfrm>
              <a:blipFill>
                <a:blip r:embed="rId2"/>
                <a:stretch>
                  <a:fillRect l="-2118" t="-2972"/>
                </a:stretch>
              </a:blipFill>
            </p:spPr>
            <p:txBody>
              <a:bodyPr/>
              <a:lstStyle/>
              <a:p>
                <a:r>
                  <a:rPr lang="nb-N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ktangel: avrundede hjørner 4">
                <a:extLst>
                  <a:ext uri="{FF2B5EF4-FFF2-40B4-BE49-F238E27FC236}">
                    <a16:creationId xmlns:a16="http://schemas.microsoft.com/office/drawing/2014/main" id="{063D1ACE-8D40-9018-F34E-D88A99610DB7}"/>
                  </a:ext>
                </a:extLst>
              </p:cNvPr>
              <p:cNvSpPr/>
              <p:nvPr/>
            </p:nvSpPr>
            <p:spPr>
              <a:xfrm>
                <a:off x="838200" y="1825625"/>
                <a:ext cx="4618494" cy="728420"/>
              </a:xfrm>
              <a:prstGeom prst="round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nb-NO" sz="280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nb-NO" sz="2800" b="0" i="1" smtClean="0">
                        <a:latin typeface="Cambria Math" panose="02040503050406030204" pitchFamily="18" charset="0"/>
                      </a:rPr>
                      <m:t>𝑆𝐸</m:t>
                    </m:r>
                    <m:r>
                      <a:rPr lang="nb-NO" sz="2800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GB" sz="28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nb-NO" sz="2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sSup>
                          <m:sSupPr>
                            <m:ctrlPr>
                              <a:rPr lang="nb-NO" sz="28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nb-NO" sz="2800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nb-NO" sz="2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nb-NO" sz="28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nb-NO" sz="28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nb-NO" sz="28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nb-NO" sz="28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nb-NO" sz="2800" i="1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b>
                                <m:r>
                                  <a:rPr lang="nb-NO" sz="28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nb-NO" sz="28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nb-NO" sz="28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nb-NO" sz="2800" i="1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b>
                                <m:r>
                                  <a:rPr lang="nb-NO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nb-NO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∙</m:t>
                            </m:r>
                            <m:sSub>
                              <m:sSubPr>
                                <m:ctrlPr>
                                  <a:rPr lang="nb-NO" sz="28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nb-NO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nb-NO" sz="28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nb-NO" sz="2800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nb-NO" sz="2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  <m:r>
                      <a:rPr lang="nb-NO" sz="28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sz="2800" dirty="0"/>
                  <a:t> </a:t>
                </a:r>
              </a:p>
            </p:txBody>
          </p:sp>
        </mc:Choice>
        <mc:Fallback xmlns="">
          <p:sp>
            <p:nvSpPr>
              <p:cNvPr id="5" name="Rektangel: avrundede hjørner 4">
                <a:extLst>
                  <a:ext uri="{FF2B5EF4-FFF2-40B4-BE49-F238E27FC236}">
                    <a16:creationId xmlns:a16="http://schemas.microsoft.com/office/drawing/2014/main" id="{063D1ACE-8D40-9018-F34E-D88A99610DB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825625"/>
                <a:ext cx="4618494" cy="728420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b-N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Ellipse 3">
            <a:extLst>
              <a:ext uri="{FF2B5EF4-FFF2-40B4-BE49-F238E27FC236}">
                <a16:creationId xmlns:a16="http://schemas.microsoft.com/office/drawing/2014/main" id="{5A0C6A22-D6C8-33CC-2D70-BD3B4620235E}"/>
              </a:ext>
            </a:extLst>
          </p:cNvPr>
          <p:cNvSpPr/>
          <p:nvPr/>
        </p:nvSpPr>
        <p:spPr>
          <a:xfrm>
            <a:off x="10512262" y="230188"/>
            <a:ext cx="1354914" cy="627398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Lab 2</a:t>
            </a:r>
          </a:p>
        </p:txBody>
      </p:sp>
    </p:spTree>
    <p:extLst>
      <p:ext uri="{BB962C8B-B14F-4D97-AF65-F5344CB8AC3E}">
        <p14:creationId xmlns:p14="http://schemas.microsoft.com/office/powerpoint/2010/main" val="77763624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80EAC7FC-B235-8AEC-493F-76FF22FC47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The OLS </a:t>
            </a:r>
            <a:r>
              <a:rPr lang="nb-NO" dirty="0" err="1"/>
              <a:t>formulas</a:t>
            </a:r>
            <a:endParaRPr lang="nb-NO" dirty="0"/>
          </a:p>
        </p:txBody>
      </p:sp>
      <p:sp>
        <p:nvSpPr>
          <p:cNvPr id="4" name="Plassholder for innhold 3">
            <a:extLst>
              <a:ext uri="{FF2B5EF4-FFF2-40B4-BE49-F238E27FC236}">
                <a16:creationId xmlns:a16="http://schemas.microsoft.com/office/drawing/2014/main" id="{3092A261-C198-D997-985D-9CA7526E38A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3979817"/>
            <a:ext cx="5181600" cy="2197146"/>
          </a:xfrm>
        </p:spPr>
        <p:txBody>
          <a:bodyPr>
            <a:normAutofit/>
          </a:bodyPr>
          <a:lstStyle/>
          <a:p>
            <a:r>
              <a:rPr lang="en-GB" dirty="0"/>
              <a:t>If all x values are equal, the slope denominator is zero.</a:t>
            </a:r>
          </a:p>
          <a:p>
            <a:r>
              <a:rPr lang="en-GB" dirty="0"/>
              <a:t>The slope depends on how x and y vary together, relative to variation in x.</a:t>
            </a:r>
          </a:p>
          <a:p>
            <a:endParaRPr lang="nb-NO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ktangel: avrundede hjørner 6">
                <a:extLst>
                  <a:ext uri="{FF2B5EF4-FFF2-40B4-BE49-F238E27FC236}">
                    <a16:creationId xmlns:a16="http://schemas.microsoft.com/office/drawing/2014/main" id="{E98661FD-7F8B-B531-96D3-4F12410B5427}"/>
                  </a:ext>
                </a:extLst>
              </p:cNvPr>
              <p:cNvSpPr/>
              <p:nvPr/>
            </p:nvSpPr>
            <p:spPr>
              <a:xfrm>
                <a:off x="838200" y="1825625"/>
                <a:ext cx="4618494" cy="728420"/>
              </a:xfrm>
              <a:prstGeom prst="round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nb-NO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b-NO" sz="2800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nb-NO" sz="28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nb-NO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nb-NO" sz="28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nb-NO" sz="2800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nb-NO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b-NO" sz="2800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nb-NO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nb-NO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acc>
                        <m:accPr>
                          <m:chr m:val="̅"/>
                          <m:ctrlPr>
                            <a:rPr lang="en-GB" sz="28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nb-NO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7" name="Rektangel: avrundede hjørner 6">
                <a:extLst>
                  <a:ext uri="{FF2B5EF4-FFF2-40B4-BE49-F238E27FC236}">
                    <a16:creationId xmlns:a16="http://schemas.microsoft.com/office/drawing/2014/main" id="{E98661FD-7F8B-B531-96D3-4F12410B542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825625"/>
                <a:ext cx="4618494" cy="728420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b-N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Rektangel: avrundede hjørner 8">
                <a:extLst>
                  <a:ext uri="{FF2B5EF4-FFF2-40B4-BE49-F238E27FC236}">
                    <a16:creationId xmlns:a16="http://schemas.microsoft.com/office/drawing/2014/main" id="{46EC13C6-94DB-8096-6553-080B7673F46A}"/>
                  </a:ext>
                </a:extLst>
              </p:cNvPr>
              <p:cNvSpPr/>
              <p:nvPr/>
            </p:nvSpPr>
            <p:spPr>
              <a:xfrm>
                <a:off x="838200" y="2751909"/>
                <a:ext cx="4618494" cy="1166948"/>
              </a:xfrm>
              <a:prstGeom prst="round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nb-NO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b-NO" sz="2800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nb-NO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nb-NO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supHide m:val="on"/>
                              <m:ctrlP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nb-NO" sz="28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/>
                            <m:e>
                              <m:r>
                                <a:rPr lang="nb-NO" sz="28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GB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nb-NO" sz="28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nb-NO" sz="28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nb-NO" sz="28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̅"/>
                                  <m:ctrlPr>
                                    <a:rPr lang="en-GB" sz="28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nb-NO" sz="28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acc>
                              <m:r>
                                <a:rPr lang="nb-NO" sz="2800" b="0" i="1" smtClean="0">
                                  <a:latin typeface="Cambria Math" panose="02040503050406030204" pitchFamily="18" charset="0"/>
                                </a:rPr>
                                <m:t>)(</m:t>
                              </m:r>
                              <m:sSub>
                                <m:sSubPr>
                                  <m:ctrlPr>
                                    <a:rPr lang="en-GB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nb-NO" sz="28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nb-NO" sz="28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nb-NO" sz="28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̅"/>
                                  <m:ctrlPr>
                                    <a:rPr lang="en-GB" sz="28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nb-NO" sz="28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  <m:r>
                                <a:rPr lang="nb-NO" sz="28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</m:num>
                        <m:den>
                          <m:nary>
                            <m:naryPr>
                              <m:chr m:val="∑"/>
                              <m:supHide m:val="on"/>
                              <m:ctrlPr>
                                <a:rPr lang="en-GB" sz="28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nb-NO" sz="28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/>
                            <m:e>
                              <m:sSup>
                                <m:sSupPr>
                                  <m:ctrlPr>
                                    <a:rPr lang="nb-NO" sz="28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nb-NO" sz="2800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b>
                                    <m:sSubPr>
                                      <m:ctrlPr>
                                        <a:rPr lang="en-GB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nb-NO" sz="28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nb-NO" sz="28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nb-NO" sz="28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en-GB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nb-NO" sz="28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acc>
                                  <m:r>
                                    <a:rPr lang="nb-NO" sz="2800" i="1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nb-NO" sz="28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den>
                      </m:f>
                    </m:oMath>
                  </m:oMathPara>
                </a14:m>
                <a:endParaRPr lang="en-GB" sz="2800" dirty="0"/>
              </a:p>
            </p:txBody>
          </p:sp>
        </mc:Choice>
        <mc:Fallback>
          <p:sp>
            <p:nvSpPr>
              <p:cNvPr id="9" name="Rektangel: avrundede hjørner 8">
                <a:extLst>
                  <a:ext uri="{FF2B5EF4-FFF2-40B4-BE49-F238E27FC236}">
                    <a16:creationId xmlns:a16="http://schemas.microsoft.com/office/drawing/2014/main" id="{46EC13C6-94DB-8096-6553-080B7673F46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2751909"/>
                <a:ext cx="4618494" cy="1166948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Ellipse 4">
            <a:extLst>
              <a:ext uri="{FF2B5EF4-FFF2-40B4-BE49-F238E27FC236}">
                <a16:creationId xmlns:a16="http://schemas.microsoft.com/office/drawing/2014/main" id="{82E5E1DF-9616-AA09-C1A3-DABD3511F988}"/>
              </a:ext>
            </a:extLst>
          </p:cNvPr>
          <p:cNvSpPr/>
          <p:nvPr/>
        </p:nvSpPr>
        <p:spPr>
          <a:xfrm>
            <a:off x="10398797" y="269705"/>
            <a:ext cx="1354914" cy="627398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Lab 3</a:t>
            </a:r>
          </a:p>
        </p:txBody>
      </p:sp>
    </p:spTree>
    <p:extLst>
      <p:ext uri="{BB962C8B-B14F-4D97-AF65-F5344CB8AC3E}">
        <p14:creationId xmlns:p14="http://schemas.microsoft.com/office/powerpoint/2010/main" val="271291172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60C35017-2471-0985-77F0-D32C846F8E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OLS </a:t>
            </a:r>
            <a:r>
              <a:rPr lang="nb-NO" dirty="0" err="1"/>
              <a:t>vs</a:t>
            </a:r>
            <a:r>
              <a:rPr lang="nb-NO" dirty="0"/>
              <a:t> </a:t>
            </a:r>
            <a:r>
              <a:rPr lang="nb-NO" dirty="0" err="1"/>
              <a:t>our</a:t>
            </a:r>
            <a:r>
              <a:rPr lang="nb-NO" dirty="0"/>
              <a:t> </a:t>
            </a:r>
            <a:r>
              <a:rPr lang="en-GB" dirty="0"/>
              <a:t>simple model</a:t>
            </a:r>
            <a:endParaRPr lang="nb-NO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lassholder for innhold 2">
                <a:extLst>
                  <a:ext uri="{FF2B5EF4-FFF2-40B4-BE49-F238E27FC236}">
                    <a16:creationId xmlns:a16="http://schemas.microsoft.com/office/drawing/2014/main" id="{3ECC9AA2-A0B3-A7CF-F00E-3FE144484B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GB" noProof="0" dirty="0"/>
                  <a:t>Estimate the OLS model using </a:t>
                </a:r>
                <a:r>
                  <a:rPr lang="en-GB" noProof="0" dirty="0" err="1"/>
                  <a:t>formlas</a:t>
                </a:r>
                <a:endParaRPr lang="en-GB" noProof="0" dirty="0"/>
              </a:p>
              <a:p>
                <a:r>
                  <a:rPr lang="en-GB" dirty="0"/>
                  <a:t>Run </a:t>
                </a:r>
                <a:r>
                  <a:rPr lang="en-GB" dirty="0" err="1"/>
                  <a:t>lm</a:t>
                </a:r>
                <a:r>
                  <a:rPr lang="en-GB" dirty="0"/>
                  <a:t>() function</a:t>
                </a:r>
                <a:endParaRPr lang="en-GB" noProof="0" dirty="0"/>
              </a:p>
              <a:p>
                <a:r>
                  <a:rPr lang="en-GB" dirty="0"/>
                  <a:t>Find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nb-NO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sSup>
                          <m:sSup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acc>
                              <m:accPr>
                                <m:chr m:val="̂"/>
                                <m:ctrlPr>
                                  <a:rPr lang="en-GB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sSub>
                                  <m:sSubPr>
                                    <m:ctrlPr>
                                      <a:rPr lang="en-GB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nb-NO" i="1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b>
                                    <m:r>
                                      <a:rPr lang="nb-NO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acc>
                          </m:e>
                          <m:sup>
                            <m:r>
                              <a:rPr lang="nb-NO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r>
                  <a:rPr lang="en-GB" dirty="0"/>
                  <a:t> and mean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acc>
                          <m:accPr>
                            <m:chr m:val="̂"/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GB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nb-NO" i="1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b>
                                <m:r>
                                  <a:rPr lang="nb-NO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acc>
                      </m:e>
                    </m:acc>
                  </m:oMath>
                </a14:m>
                <a:r>
                  <a:rPr lang="en-GB" noProof="0" dirty="0"/>
                  <a:t> for:</a:t>
                </a:r>
              </a:p>
              <a:p>
                <a:pPr lvl="1"/>
                <a:r>
                  <a:rPr lang="en-GB" dirty="0"/>
                  <a:t>Our simple model</a:t>
                </a:r>
              </a:p>
              <a:p>
                <a:pPr lvl="1"/>
                <a:r>
                  <a:rPr lang="en-GB" dirty="0"/>
                  <a:t>OLS</a:t>
                </a:r>
              </a:p>
              <a:p>
                <a:pPr lvl="1"/>
                <a:r>
                  <a:rPr lang="en-GB" dirty="0" err="1"/>
                  <a:t>Lm</a:t>
                </a:r>
                <a:r>
                  <a:rPr lang="en-GB" dirty="0"/>
                  <a:t>()</a:t>
                </a:r>
              </a:p>
              <a:p>
                <a:pPr marL="0" indent="0">
                  <a:buNone/>
                </a:pPr>
                <a:endParaRPr lang="en-GB" noProof="0" dirty="0"/>
              </a:p>
              <a:p>
                <a:pPr marL="0" indent="0">
                  <a:buNone/>
                </a:pPr>
                <a:endParaRPr lang="en-GB" noProof="0" dirty="0"/>
              </a:p>
            </p:txBody>
          </p:sp>
        </mc:Choice>
        <mc:Fallback xmlns="">
          <p:sp>
            <p:nvSpPr>
              <p:cNvPr id="3" name="Plassholder for innhold 2">
                <a:extLst>
                  <a:ext uri="{FF2B5EF4-FFF2-40B4-BE49-F238E27FC236}">
                    <a16:creationId xmlns:a16="http://schemas.microsoft.com/office/drawing/2014/main" id="{3ECC9AA2-A0B3-A7CF-F00E-3FE144484B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nb-N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ktangel 6">
            <a:extLst>
              <a:ext uri="{FF2B5EF4-FFF2-40B4-BE49-F238E27FC236}">
                <a16:creationId xmlns:a16="http://schemas.microsoft.com/office/drawing/2014/main" id="{6590EAE0-7F25-E9E2-E1BF-FCF78E17D451}"/>
              </a:ext>
            </a:extLst>
          </p:cNvPr>
          <p:cNvSpPr>
            <a:spLocks noGrp="1"/>
          </p:cNvSpPr>
          <p:nvPr/>
        </p:nvSpPr>
        <p:spPr>
          <a:xfrm>
            <a:off x="6897461" y="5311775"/>
            <a:ext cx="4381500" cy="1000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0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R </a:t>
            </a:r>
            <a:endParaRPr lang="nb-NO" sz="1950" b="0" dirty="0">
              <a:solidFill>
                <a:srgbClr val="111111"/>
              </a:solidFill>
              <a:latin typeface="Times New Roman"/>
              <a:ea typeface="Times New Roman"/>
              <a:cs typeface="Times New Roman"/>
            </a:endParaRPr>
          </a:p>
          <a:p>
            <a:pPr>
              <a:defRPr sz="195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0" dirty="0" err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lm</a:t>
            </a:r>
            <a:r>
              <a:rPr sz="1950" b="0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(</a:t>
            </a:r>
            <a:r>
              <a:rPr sz="1950" b="0" dirty="0" err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food_exp</a:t>
            </a:r>
            <a:r>
              <a:rPr sz="1950" b="0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 ~ income, data = food)</a:t>
            </a:r>
          </a:p>
        </p:txBody>
      </p:sp>
      <p:sp>
        <p:nvSpPr>
          <p:cNvPr id="5" name="Ellipse 4">
            <a:extLst>
              <a:ext uri="{FF2B5EF4-FFF2-40B4-BE49-F238E27FC236}">
                <a16:creationId xmlns:a16="http://schemas.microsoft.com/office/drawing/2014/main" id="{C2E98A49-EB18-8129-C27C-541C888492C8}"/>
              </a:ext>
            </a:extLst>
          </p:cNvPr>
          <p:cNvSpPr/>
          <p:nvPr/>
        </p:nvSpPr>
        <p:spPr>
          <a:xfrm>
            <a:off x="10398797" y="269705"/>
            <a:ext cx="1354914" cy="627398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Lab 4</a:t>
            </a:r>
          </a:p>
        </p:txBody>
      </p:sp>
    </p:spTree>
    <p:extLst>
      <p:ext uri="{BB962C8B-B14F-4D97-AF65-F5344CB8AC3E}">
        <p14:creationId xmlns:p14="http://schemas.microsoft.com/office/powerpoint/2010/main" val="340972780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3BD95182-9790-3B1A-6F1B-273970405A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nb-NO" dirty="0"/>
              <a:t>Plotting OLS</a:t>
            </a:r>
          </a:p>
        </p:txBody>
      </p:sp>
      <p:pic>
        <p:nvPicPr>
          <p:cNvPr id="5" name="Plassholder for innhold 4">
            <a:extLst>
              <a:ext uri="{FF2B5EF4-FFF2-40B4-BE49-F238E27FC236}">
                <a16:creationId xmlns:a16="http://schemas.microsoft.com/office/drawing/2014/main" id="{65913225-4115-8DE6-53D4-08DA86CF8C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22175" y="1825625"/>
            <a:ext cx="7947650" cy="4351338"/>
          </a:xfrm>
          <a:prstGeom prst="rect">
            <a:avLst/>
          </a:prstGeom>
          <a:noFill/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ktangel: avrundede hjørner 6">
                <a:extLst>
                  <a:ext uri="{FF2B5EF4-FFF2-40B4-BE49-F238E27FC236}">
                    <a16:creationId xmlns:a16="http://schemas.microsoft.com/office/drawing/2014/main" id="{675FF129-E0E8-B6A5-5C63-BE52CBA3348A}"/>
                  </a:ext>
                </a:extLst>
              </p:cNvPr>
              <p:cNvSpPr/>
              <p:nvPr/>
            </p:nvSpPr>
            <p:spPr>
              <a:xfrm>
                <a:off x="6786010" y="1027906"/>
                <a:ext cx="4885508" cy="728420"/>
              </a:xfrm>
              <a:prstGeom prst="round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nb-NO" sz="28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nb-NO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nb-NO" sz="28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nb-NO" sz="28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acc>
                      <m:r>
                        <a:rPr lang="nb-NO" sz="28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nb-NO" sz="2800" i="1" smtClean="0">
                          <a:latin typeface="Cambria Math" panose="02040503050406030204" pitchFamily="18" charset="0"/>
                        </a:rPr>
                        <m:t>8</m:t>
                      </m:r>
                      <m:r>
                        <a:rPr lang="nb-NO" sz="2800" b="0" i="1" smtClean="0">
                          <a:latin typeface="Cambria Math" panose="02040503050406030204" pitchFamily="18" charset="0"/>
                        </a:rPr>
                        <m:t>3.416</m:t>
                      </m:r>
                      <m:r>
                        <a:rPr lang="nb-NO" sz="28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nb-NO" sz="280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nb-NO" sz="2800" b="0" i="1" smtClean="0">
                          <a:latin typeface="Cambria Math" panose="02040503050406030204" pitchFamily="18" charset="0"/>
                        </a:rPr>
                        <m:t>0.209</m:t>
                      </m:r>
                      <m:r>
                        <a:rPr lang="nb-NO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nb-NO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b-NO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nb-NO" sz="28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7" name="Rektangel: avrundede hjørner 6">
                <a:extLst>
                  <a:ext uri="{FF2B5EF4-FFF2-40B4-BE49-F238E27FC236}">
                    <a16:creationId xmlns:a16="http://schemas.microsoft.com/office/drawing/2014/main" id="{675FF129-E0E8-B6A5-5C63-BE52CBA3348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6010" y="1027906"/>
                <a:ext cx="4885508" cy="728420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Ellipse 3">
            <a:extLst>
              <a:ext uri="{FF2B5EF4-FFF2-40B4-BE49-F238E27FC236}">
                <a16:creationId xmlns:a16="http://schemas.microsoft.com/office/drawing/2014/main" id="{6F5306F7-0255-07DE-E61A-9F6734F00093}"/>
              </a:ext>
            </a:extLst>
          </p:cNvPr>
          <p:cNvSpPr/>
          <p:nvPr/>
        </p:nvSpPr>
        <p:spPr>
          <a:xfrm>
            <a:off x="10398797" y="269705"/>
            <a:ext cx="1354914" cy="627398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Lab 5</a:t>
            </a:r>
          </a:p>
        </p:txBody>
      </p:sp>
    </p:spTree>
    <p:extLst>
      <p:ext uri="{BB962C8B-B14F-4D97-AF65-F5344CB8AC3E}">
        <p14:creationId xmlns:p14="http://schemas.microsoft.com/office/powerpoint/2010/main" val="300989824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3988B83E-A529-1D25-68B1-33B8301836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Properties of the fitted line</a:t>
            </a:r>
            <a:endParaRPr lang="nb-NO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lassholder for innhold 2">
                <a:extLst>
                  <a:ext uri="{FF2B5EF4-FFF2-40B4-BE49-F238E27FC236}">
                    <a16:creationId xmlns:a16="http://schemas.microsoft.com/office/drawing/2014/main" id="{B3B02928-7860-47EB-7BD6-3671177EAE4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GB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rPr>
                  <a:t>The fitted line passes through the sample means: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b-NO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b-NO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nb-NO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nb-NO" i="1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̅"/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nb-NO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nb-NO" i="1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nb-NO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b-NO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nb-NO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nb-NO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acc>
                      <m:accPr>
                        <m:chr m:val="̅"/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nb-NO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</m:oMath>
                </a14:m>
                <a:endParaRPr lang="nb-NO" dirty="0"/>
              </a:p>
              <a:p>
                <a:r>
                  <a:rPr lang="en-GB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rPr>
                  <a:t>The residuals sum to zero: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nb-NO" i="1" smtClean="0">
                            <a:solidFill>
                              <a:srgbClr val="111111"/>
                            </a:solidFill>
                            <a:latin typeface="Cambria Math" panose="02040503050406030204" pitchFamily="18" charset="0"/>
                            <a:cs typeface="Times New Roman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nb-NO" b="0" i="1" smtClean="0">
                            <a:solidFill>
                              <a:srgbClr val="111111"/>
                            </a:solidFill>
                            <a:latin typeface="Cambria Math" panose="02040503050406030204" pitchFamily="18" charset="0"/>
                            <a:cs typeface="Times New Roman"/>
                          </a:rPr>
                          <m:t>𝑖</m:t>
                        </m:r>
                      </m:sub>
                      <m:sup/>
                      <m:e>
                        <m:acc>
                          <m:accPr>
                            <m:chr m:val="̂"/>
                            <m:ctrlPr>
                              <a:rPr lang="nb-NO" i="1" smtClean="0">
                                <a:solidFill>
                                  <a:srgbClr val="111111"/>
                                </a:solidFill>
                                <a:latin typeface="Cambria Math" panose="02040503050406030204" pitchFamily="18" charset="0"/>
                                <a:cs typeface="Times New Roman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nb-NO" i="1" smtClean="0">
                                    <a:solidFill>
                                      <a:srgbClr val="111111"/>
                                    </a:solidFill>
                                    <a:latin typeface="Cambria Math" panose="02040503050406030204" pitchFamily="18" charset="0"/>
                                    <a:cs typeface="Times New Roman"/>
                                  </a:rPr>
                                </m:ctrlPr>
                              </m:sSubPr>
                              <m:e>
                                <m:r>
                                  <a:rPr lang="nb-NO" b="0" i="1" smtClean="0">
                                    <a:solidFill>
                                      <a:srgbClr val="111111"/>
                                    </a:solidFill>
                                    <a:latin typeface="Cambria Math" panose="02040503050406030204" pitchFamily="18" charset="0"/>
                                    <a:cs typeface="Times New Roman"/>
                                  </a:rPr>
                                  <m:t>𝑒</m:t>
                                </m:r>
                              </m:e>
                              <m:sub>
                                <m:r>
                                  <a:rPr lang="nb-NO" b="0" i="1" smtClean="0">
                                    <a:solidFill>
                                      <a:srgbClr val="111111"/>
                                    </a:solidFill>
                                    <a:latin typeface="Cambria Math" panose="02040503050406030204" pitchFamily="18" charset="0"/>
                                    <a:cs typeface="Times New Roman"/>
                                  </a:rPr>
                                  <m:t>𝑖</m:t>
                                </m:r>
                              </m:sub>
                            </m:sSub>
                          </m:e>
                        </m:acc>
                        <m:r>
                          <m:rPr>
                            <m:brk m:alnAt="7"/>
                          </m:rPr>
                          <a:rPr lang="nb-NO" b="0" i="1" smtClean="0">
                            <a:solidFill>
                              <a:srgbClr val="111111"/>
                            </a:solidFill>
                            <a:latin typeface="Cambria Math" panose="02040503050406030204" pitchFamily="18" charset="0"/>
                            <a:cs typeface="Times New Roman"/>
                          </a:rPr>
                          <m:t>=</m:t>
                        </m:r>
                        <m:r>
                          <a:rPr lang="nb-NO" b="0" i="1" smtClean="0">
                            <a:solidFill>
                              <a:srgbClr val="111111"/>
                            </a:solidFill>
                            <a:latin typeface="Cambria Math" panose="02040503050406030204" pitchFamily="18" charset="0"/>
                            <a:cs typeface="Times New Roman"/>
                          </a:rPr>
                          <m:t>0</m:t>
                        </m:r>
                      </m:e>
                    </m:nary>
                  </m:oMath>
                </a14:m>
                <a:endParaRPr lang="nb-NO" dirty="0"/>
              </a:p>
              <a:p>
                <a:r>
                  <a:rPr lang="en-GB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rPr>
                  <a:t>The regressor and residuals have zero sample covariance.</a:t>
                </a:r>
              </a:p>
              <a:p>
                <a:r>
                  <a:rPr lang="en-GB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rPr>
                  <a:t>These algebraic properties do not establish population exogeneity.</a:t>
                </a:r>
              </a:p>
              <a:p>
                <a:endParaRPr lang="nb-NO" dirty="0"/>
              </a:p>
            </p:txBody>
          </p:sp>
        </mc:Choice>
        <mc:Fallback xmlns="">
          <p:sp>
            <p:nvSpPr>
              <p:cNvPr id="3" name="Plassholder for innhold 2">
                <a:extLst>
                  <a:ext uri="{FF2B5EF4-FFF2-40B4-BE49-F238E27FC236}">
                    <a16:creationId xmlns:a16="http://schemas.microsoft.com/office/drawing/2014/main" id="{B3B02928-7860-47EB-7BD6-3671177EAE4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nb-N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Ellipse 4">
            <a:extLst>
              <a:ext uri="{FF2B5EF4-FFF2-40B4-BE49-F238E27FC236}">
                <a16:creationId xmlns:a16="http://schemas.microsoft.com/office/drawing/2014/main" id="{3FB70656-504A-4258-DA8B-F1D3E75AB435}"/>
              </a:ext>
            </a:extLst>
          </p:cNvPr>
          <p:cNvSpPr/>
          <p:nvPr/>
        </p:nvSpPr>
        <p:spPr>
          <a:xfrm>
            <a:off x="10398797" y="269705"/>
            <a:ext cx="1354914" cy="627398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Lab 6</a:t>
            </a:r>
          </a:p>
        </p:txBody>
      </p:sp>
    </p:spTree>
    <p:extLst>
      <p:ext uri="{BB962C8B-B14F-4D97-AF65-F5344CB8AC3E}">
        <p14:creationId xmlns:p14="http://schemas.microsoft.com/office/powerpoint/2010/main" val="54331831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65E3A995-8664-8298-157C-27E35CBBF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Prediction at a given income</a:t>
            </a:r>
            <a:endParaRPr lang="nb-NO" dirty="0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467AA9A3-0289-860A-A7FC-95A9F96C39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688981"/>
            <a:ext cx="5181600" cy="3487981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x = 3000 corresponds to a weekly income of $3,000</a:t>
            </a:r>
            <a:endParaRPr lang="en-GB" dirty="0">
              <a:solidFill>
                <a:srgbClr val="111111"/>
              </a:solidFill>
              <a:latin typeface="Times New Roman"/>
              <a:cs typeface="Times New Roman"/>
            </a:endParaRPr>
          </a:p>
          <a:p>
            <a:r>
              <a:rPr lang="en-GB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An individual household can spend more or less than the fitted value.</a:t>
            </a:r>
          </a:p>
          <a:p>
            <a:endParaRPr lang="nb-NO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ktangel: avrundede hjørner 4">
                <a:extLst>
                  <a:ext uri="{FF2B5EF4-FFF2-40B4-BE49-F238E27FC236}">
                    <a16:creationId xmlns:a16="http://schemas.microsoft.com/office/drawing/2014/main" id="{2427FD35-103E-4BD7-CC7A-7CCAA42F7316}"/>
                  </a:ext>
                </a:extLst>
              </p:cNvPr>
              <p:cNvSpPr/>
              <p:nvPr/>
            </p:nvSpPr>
            <p:spPr>
              <a:xfrm>
                <a:off x="838200" y="1825625"/>
                <a:ext cx="4543698" cy="728420"/>
              </a:xfrm>
              <a:prstGeom prst="round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nb-NO" sz="28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nb-NO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nb-NO" sz="28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nb-NO" sz="28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acc>
                      <m:r>
                        <a:rPr lang="nb-NO" sz="28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nb-NO" sz="2800" i="1" smtClean="0">
                          <a:latin typeface="Cambria Math" panose="02040503050406030204" pitchFamily="18" charset="0"/>
                        </a:rPr>
                        <m:t>8</m:t>
                      </m:r>
                      <m:r>
                        <a:rPr lang="nb-NO" sz="2800" b="0" i="1" smtClean="0">
                          <a:latin typeface="Cambria Math" panose="02040503050406030204" pitchFamily="18" charset="0"/>
                        </a:rPr>
                        <m:t>3.416</m:t>
                      </m:r>
                      <m:r>
                        <a:rPr lang="nb-NO" sz="28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nb-NO" sz="280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nb-NO" sz="2800" b="0" i="1" smtClean="0">
                          <a:latin typeface="Cambria Math" panose="02040503050406030204" pitchFamily="18" charset="0"/>
                        </a:rPr>
                        <m:t>0.209</m:t>
                      </m:r>
                      <m:r>
                        <a:rPr lang="nb-NO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nb-NO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b-NO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nb-NO" sz="28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" name="Rektangel: avrundede hjørner 4">
                <a:extLst>
                  <a:ext uri="{FF2B5EF4-FFF2-40B4-BE49-F238E27FC236}">
                    <a16:creationId xmlns:a16="http://schemas.microsoft.com/office/drawing/2014/main" id="{2427FD35-103E-4BD7-CC7A-7CCAA42F731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825625"/>
                <a:ext cx="4543698" cy="728420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b-NO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lassholder for innhold 4">
            <a:extLst>
              <a:ext uri="{FF2B5EF4-FFF2-40B4-BE49-F238E27FC236}">
                <a16:creationId xmlns:a16="http://schemas.microsoft.com/office/drawing/2014/main" id="{888D7A9F-EEEE-0838-5467-0BADAD83A94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314323" y="1372085"/>
            <a:ext cx="5039477" cy="3487981"/>
          </a:xfrm>
          <a:prstGeom prst="rect">
            <a:avLst/>
          </a:prstGeom>
          <a:noFill/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ktangel: avrundede hjørner 8">
                <a:extLst>
                  <a:ext uri="{FF2B5EF4-FFF2-40B4-BE49-F238E27FC236}">
                    <a16:creationId xmlns:a16="http://schemas.microsoft.com/office/drawing/2014/main" id="{121149B2-A6B4-C9AF-3E9B-867C5163316F}"/>
                  </a:ext>
                </a:extLst>
              </p:cNvPr>
              <p:cNvSpPr/>
              <p:nvPr/>
            </p:nvSpPr>
            <p:spPr>
              <a:xfrm>
                <a:off x="1083609" y="5437118"/>
                <a:ext cx="6458014" cy="728420"/>
              </a:xfrm>
              <a:prstGeom prst="round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nb-NO" sz="28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nb-NO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nb-NO" sz="28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nb-NO" sz="28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acc>
                      <m:r>
                        <a:rPr lang="nb-NO" sz="28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nb-NO" sz="2800" i="1" smtClean="0">
                          <a:latin typeface="Cambria Math" panose="02040503050406030204" pitchFamily="18" charset="0"/>
                        </a:rPr>
                        <m:t>8</m:t>
                      </m:r>
                      <m:r>
                        <a:rPr lang="nb-NO" sz="2800" b="0" i="1" smtClean="0">
                          <a:latin typeface="Cambria Math" panose="02040503050406030204" pitchFamily="18" charset="0"/>
                        </a:rPr>
                        <m:t>3.416</m:t>
                      </m:r>
                      <m:r>
                        <a:rPr lang="nb-NO" sz="28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nb-NO" sz="280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nb-NO" sz="2800" b="0" i="1" smtClean="0">
                          <a:latin typeface="Cambria Math" panose="02040503050406030204" pitchFamily="18" charset="0"/>
                        </a:rPr>
                        <m:t>0.209</m:t>
                      </m:r>
                      <m:r>
                        <a:rPr lang="nb-NO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nb-NO" sz="2800" b="0" i="1" smtClean="0">
                          <a:latin typeface="Cambria Math" panose="02040503050406030204" pitchFamily="18" charset="0"/>
                        </a:rPr>
                        <m:t>3000=389.7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9" name="Rektangel: avrundede hjørner 8">
                <a:extLst>
                  <a:ext uri="{FF2B5EF4-FFF2-40B4-BE49-F238E27FC236}">
                    <a16:creationId xmlns:a16="http://schemas.microsoft.com/office/drawing/2014/main" id="{121149B2-A6B4-C9AF-3E9B-867C5163316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3609" y="5437118"/>
                <a:ext cx="6458014" cy="728420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b-N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Ellipse 5">
            <a:extLst>
              <a:ext uri="{FF2B5EF4-FFF2-40B4-BE49-F238E27FC236}">
                <a16:creationId xmlns:a16="http://schemas.microsoft.com/office/drawing/2014/main" id="{A2F781ED-FA56-1DFB-044C-27EC3E49CF15}"/>
              </a:ext>
            </a:extLst>
          </p:cNvPr>
          <p:cNvSpPr/>
          <p:nvPr/>
        </p:nvSpPr>
        <p:spPr>
          <a:xfrm>
            <a:off x="10398797" y="269705"/>
            <a:ext cx="1354914" cy="627398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Lab 7</a:t>
            </a:r>
          </a:p>
        </p:txBody>
      </p:sp>
    </p:spTree>
    <p:extLst>
      <p:ext uri="{BB962C8B-B14F-4D97-AF65-F5344CB8AC3E}">
        <p14:creationId xmlns:p14="http://schemas.microsoft.com/office/powerpoint/2010/main" val="127096780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A496BAF1-4558-A117-0338-9DADBFC147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rgbClr val="FF0000"/>
                </a:solidFill>
              </a:rPr>
              <a:t>Avoid extrapolation!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lassholder for innhold 2">
                <a:extLst>
                  <a:ext uri="{FF2B5EF4-FFF2-40B4-BE49-F238E27FC236}">
                    <a16:creationId xmlns:a16="http://schemas.microsoft.com/office/drawing/2014/main" id="{EA7B92AC-993A-ABCF-646D-CD0150199C09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/>
              <a:lstStyle/>
              <a:p>
                <a:pPr lvl="0"/>
                <a:r>
                  <a:rPr lang="nb-NO" dirty="0" err="1"/>
                  <a:t>Predictions</a:t>
                </a:r>
                <a:r>
                  <a:rPr lang="nb-NO" dirty="0"/>
                  <a:t> </a:t>
                </a:r>
                <a:r>
                  <a:rPr lang="nb-NO" dirty="0" err="1"/>
                  <a:t>are</a:t>
                </a:r>
                <a:r>
                  <a:rPr lang="nb-NO" dirty="0"/>
                  <a:t> most </a:t>
                </a:r>
                <a:r>
                  <a:rPr lang="nb-NO" dirty="0" err="1"/>
                  <a:t>credible</a:t>
                </a:r>
                <a:r>
                  <a:rPr lang="nb-NO" dirty="0"/>
                  <a:t> </a:t>
                </a:r>
                <a:r>
                  <a:rPr lang="nb-NO" b="1" dirty="0" err="1"/>
                  <a:t>within</a:t>
                </a:r>
                <a:r>
                  <a:rPr lang="nb-NO" b="1" dirty="0"/>
                  <a:t> </a:t>
                </a:r>
                <a:r>
                  <a:rPr lang="nb-NO" b="1" dirty="0" err="1"/>
                  <a:t>the</a:t>
                </a:r>
                <a:r>
                  <a:rPr lang="nb-NO" b="1" dirty="0"/>
                  <a:t> </a:t>
                </a:r>
                <a:r>
                  <a:rPr lang="nb-NO" b="1" dirty="0" err="1"/>
                  <a:t>observed</a:t>
                </a:r>
                <a:r>
                  <a:rPr lang="nb-NO" b="1" dirty="0"/>
                  <a:t> range </a:t>
                </a:r>
                <a:r>
                  <a:rPr lang="nb-NO" b="1" dirty="0" err="1"/>
                  <a:t>of</a:t>
                </a:r>
                <a:r>
                  <a:rPr lang="nb-NO" b="1" dirty="0"/>
                  <a:t> </a:t>
                </a:r>
                <a14:m>
                  <m:oMath xmlns:m="http://schemas.openxmlformats.org/officeDocument/2006/math">
                    <m:r>
                      <a:rPr lang="nb-NO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nb-NO" dirty="0"/>
                  <a:t>. </a:t>
                </a:r>
              </a:p>
              <a:p>
                <a:pPr lvl="0"/>
                <a:r>
                  <a:rPr lang="nb-NO" dirty="0" err="1"/>
                  <a:t>Outside</a:t>
                </a:r>
                <a:r>
                  <a:rPr lang="nb-NO" dirty="0"/>
                  <a:t> </a:t>
                </a:r>
                <a:r>
                  <a:rPr lang="nb-NO" dirty="0" err="1"/>
                  <a:t>this</a:t>
                </a:r>
                <a:r>
                  <a:rPr lang="nb-NO" dirty="0"/>
                  <a:t> range, </a:t>
                </a:r>
                <a:r>
                  <a:rPr lang="nb-NO" dirty="0" err="1"/>
                  <a:t>we</a:t>
                </a:r>
                <a:r>
                  <a:rPr lang="nb-NO" dirty="0"/>
                  <a:t> </a:t>
                </a:r>
                <a:r>
                  <a:rPr lang="nb-NO" dirty="0" err="1"/>
                  <a:t>assume</a:t>
                </a:r>
                <a:r>
                  <a:rPr lang="nb-NO" dirty="0"/>
                  <a:t> </a:t>
                </a:r>
                <a:r>
                  <a:rPr lang="nb-NO" dirty="0" err="1"/>
                  <a:t>the</a:t>
                </a:r>
                <a:r>
                  <a:rPr lang="nb-NO" dirty="0"/>
                  <a:t> same linear </a:t>
                </a:r>
                <a:r>
                  <a:rPr lang="nb-NO" dirty="0" err="1"/>
                  <a:t>relationship</a:t>
                </a:r>
                <a:r>
                  <a:rPr lang="nb-NO" dirty="0"/>
                  <a:t> </a:t>
                </a:r>
                <a:r>
                  <a:rPr lang="nb-NO" dirty="0" err="1"/>
                  <a:t>continues</a:t>
                </a:r>
                <a:r>
                  <a:rPr lang="nb-NO" dirty="0"/>
                  <a:t>. </a:t>
                </a:r>
              </a:p>
              <a:p>
                <a:pPr lvl="0"/>
                <a:r>
                  <a:rPr lang="nb-NO" dirty="0" err="1"/>
                  <a:t>That</a:t>
                </a:r>
                <a:r>
                  <a:rPr lang="nb-NO" dirty="0"/>
                  <a:t> </a:t>
                </a:r>
                <a:r>
                  <a:rPr lang="nb-NO" dirty="0" err="1"/>
                  <a:t>assumption</a:t>
                </a:r>
                <a:r>
                  <a:rPr lang="nb-NO" dirty="0"/>
                  <a:t> </a:t>
                </a:r>
                <a:r>
                  <a:rPr lang="nb-NO" dirty="0" err="1"/>
                  <a:t>may</a:t>
                </a:r>
                <a:r>
                  <a:rPr lang="nb-NO" dirty="0"/>
                  <a:t> be </a:t>
                </a:r>
                <a:r>
                  <a:rPr lang="nb-NO" dirty="0" err="1"/>
                  <a:t>unrealistic</a:t>
                </a:r>
                <a:r>
                  <a:rPr lang="nb-NO" dirty="0"/>
                  <a:t>.</a:t>
                </a:r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3" name="Plassholder for innhold 2">
                <a:extLst>
                  <a:ext uri="{FF2B5EF4-FFF2-40B4-BE49-F238E27FC236}">
                    <a16:creationId xmlns:a16="http://schemas.microsoft.com/office/drawing/2014/main" id="{EA7B92AC-993A-ABCF-646D-CD0150199C0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2118" t="-238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Ellipse 5">
            <a:extLst>
              <a:ext uri="{FF2B5EF4-FFF2-40B4-BE49-F238E27FC236}">
                <a16:creationId xmlns:a16="http://schemas.microsoft.com/office/drawing/2014/main" id="{0DE65210-AB0C-6643-BA77-1F57D95322B2}"/>
              </a:ext>
            </a:extLst>
          </p:cNvPr>
          <p:cNvSpPr/>
          <p:nvPr/>
        </p:nvSpPr>
        <p:spPr>
          <a:xfrm>
            <a:off x="10398797" y="269705"/>
            <a:ext cx="1354914" cy="627398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Lab 8</a:t>
            </a:r>
          </a:p>
        </p:txBody>
      </p:sp>
      <p:pic>
        <p:nvPicPr>
          <p:cNvPr id="12" name="Plassholder for innhold 11">
            <a:extLst>
              <a:ext uri="{FF2B5EF4-FFF2-40B4-BE49-F238E27FC236}">
                <a16:creationId xmlns:a16="http://schemas.microsoft.com/office/drawing/2014/main" id="{6DE0E1EF-D419-59CE-C9C4-08EE5626DFD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172200" y="2113021"/>
            <a:ext cx="5181600" cy="3776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777208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56419589-70EE-4477-CFD2-C9BD5974FD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Elasticise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Plassholder for innhold 3">
                <a:extLst>
                  <a:ext uri="{FF2B5EF4-FFF2-40B4-BE49-F238E27FC236}">
                    <a16:creationId xmlns:a16="http://schemas.microsoft.com/office/drawing/2014/main" id="{C095F124-D72F-6AD7-6BEF-6DF52A12CC4B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r>
                  <a:rPr lang="en-GB" dirty="0"/>
                  <a:t>Using income in dollars changes the estimated slope to 0.1021.</a:t>
                </a:r>
              </a:p>
              <a:p>
                <a:r>
                  <a:rPr lang="en-GB" dirty="0"/>
                  <a:t>The fitted values remain identical when the unit conversion is correct.</a:t>
                </a:r>
              </a:p>
              <a:p>
                <a:r>
                  <a:rPr lang="en-GB" dirty="0"/>
                  <a:t>For a linear model, elasticity at (x, ŷ) is b₂ × x / ŷ </a:t>
                </a:r>
                <a14:m>
                  <m:oMath xmlns:m="http://schemas.openxmlformats.org/officeDocument/2006/math">
                    <a:fld id="{825F15A7-03F4-43D7-82C5-3E23DA2F108C}" type="mathplaceholder">
                      <a:rPr lang="en-GB" i="1" smtClean="0">
                        <a:latin typeface="Cambria Math" panose="02040503050406030204" pitchFamily="18" charset="0"/>
                      </a:rPr>
                      <a:t>Skriv inn formel her.</a:t>
                    </a:fld>
                  </m:oMath>
                </a14:m>
                <a:r>
                  <a:rPr lang="en-GB" dirty="0"/>
                  <a:t>.</a:t>
                </a:r>
              </a:p>
              <a:p>
                <a:r>
                  <a:rPr lang="en-GB" dirty="0"/>
                  <a:t>At the sample means, the food-expenditure elasticity is about 0.706.</a:t>
                </a:r>
              </a:p>
              <a:p>
                <a:endParaRPr lang="nb-NO" dirty="0"/>
              </a:p>
            </p:txBody>
          </p:sp>
        </mc:Choice>
        <mc:Fallback>
          <p:sp>
            <p:nvSpPr>
              <p:cNvPr id="4" name="Plassholder for innhold 3">
                <a:extLst>
                  <a:ext uri="{FF2B5EF4-FFF2-40B4-BE49-F238E27FC236}">
                    <a16:creationId xmlns:a16="http://schemas.microsoft.com/office/drawing/2014/main" id="{C095F124-D72F-6AD7-6BEF-6DF52A12CC4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1882" t="-3081" r="-364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Plassholder for innhold 4">
            <a:extLst>
              <a:ext uri="{FF2B5EF4-FFF2-40B4-BE49-F238E27FC236}">
                <a16:creationId xmlns:a16="http://schemas.microsoft.com/office/drawing/2014/main" id="{D2F95F61-EB23-606B-2049-C5951B78AAE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10000"/>
          </a:bodyPr>
          <a:lstStyle/>
          <a:p>
            <a:endParaRPr lang="nb-NO" dirty="0"/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1652DE65-CCAC-D5DB-5ABA-5F3E570F29C6}"/>
              </a:ext>
            </a:extLst>
          </p:cNvPr>
          <p:cNvSpPr/>
          <p:nvPr/>
        </p:nvSpPr>
        <p:spPr>
          <a:xfrm>
            <a:off x="10398797" y="269705"/>
            <a:ext cx="1354914" cy="627398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Lab 9</a:t>
            </a:r>
          </a:p>
        </p:txBody>
      </p:sp>
    </p:spTree>
    <p:extLst>
      <p:ext uri="{BB962C8B-B14F-4D97-AF65-F5344CB8AC3E}">
        <p14:creationId xmlns:p14="http://schemas.microsoft.com/office/powerpoint/2010/main" val="355525179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25468FFA-4ABA-D9C3-085F-6E383829A0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Elasticity and income</a:t>
            </a:r>
          </a:p>
        </p:txBody>
      </p:sp>
      <p:sp>
        <p:nvSpPr>
          <p:cNvPr id="4" name="Plassholder for innhold 3">
            <a:extLst>
              <a:ext uri="{FF2B5EF4-FFF2-40B4-BE49-F238E27FC236}">
                <a16:creationId xmlns:a16="http://schemas.microsoft.com/office/drawing/2014/main" id="{EFC3CE0E-43F1-C3C4-3B14-521360B00EE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688981"/>
            <a:ext cx="5181600" cy="3487981"/>
          </a:xfrm>
        </p:spPr>
        <p:txBody>
          <a:bodyPr>
            <a:normAutofit fontScale="85000" lnSpcReduction="10000"/>
          </a:bodyPr>
          <a:lstStyle/>
          <a:p>
            <a:r>
              <a:rPr lang="en-GB" dirty="0"/>
              <a:t>Food expenditure increases with income, but less than proportionally.</a:t>
            </a:r>
          </a:p>
          <a:p>
            <a:r>
              <a:rPr lang="en-GB" dirty="0"/>
              <a:t>Elasticity increases with income, but at a decreasing rate.</a:t>
            </a:r>
          </a:p>
          <a:p>
            <a:r>
              <a:rPr lang="en-GB" dirty="0"/>
              <a:t>In our sample, elasticity remains below 1 → food is a necessity.</a:t>
            </a:r>
          </a:p>
          <a:p>
            <a:r>
              <a:rPr lang="en-GB" dirty="0"/>
              <a:t>At the same time, food expenditure becomes a smaller share of income as income rises.</a:t>
            </a:r>
            <a:endParaRPr lang="nb-NO" dirty="0"/>
          </a:p>
        </p:txBody>
      </p:sp>
      <p:pic>
        <p:nvPicPr>
          <p:cNvPr id="11" name="Plassholder for innhold 10">
            <a:extLst>
              <a:ext uri="{FF2B5EF4-FFF2-40B4-BE49-F238E27FC236}">
                <a16:creationId xmlns:a16="http://schemas.microsoft.com/office/drawing/2014/main" id="{D5DDB2BD-465F-4709-AA1F-458E0075DB0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172200" y="1852575"/>
            <a:ext cx="5181600" cy="429743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ktangel: avrundede hjørner 12">
                <a:extLst>
                  <a:ext uri="{FF2B5EF4-FFF2-40B4-BE49-F238E27FC236}">
                    <a16:creationId xmlns:a16="http://schemas.microsoft.com/office/drawing/2014/main" id="{0295545B-776D-B553-BC3E-0B86EBAEF167}"/>
                  </a:ext>
                </a:extLst>
              </p:cNvPr>
              <p:cNvSpPr/>
              <p:nvPr/>
            </p:nvSpPr>
            <p:spPr>
              <a:xfrm>
                <a:off x="838200" y="1593669"/>
                <a:ext cx="4543698" cy="960376"/>
              </a:xfrm>
              <a:prstGeom prst="round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nb-NO" sz="28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nb-NO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𝜀</m:t>
                          </m:r>
                        </m:e>
                      </m:acc>
                      <m:r>
                        <a:rPr lang="nb-NO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nb-NO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nb-NO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)=</m:t>
                      </m:r>
                      <m:sSub>
                        <m:sSubPr>
                          <m:ctrlPr>
                            <a:rPr lang="en-GB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b-NO" sz="28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nb-NO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f>
                        <m:fPr>
                          <m:ctrlPr>
                            <a:rPr lang="en-GB" sz="2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nb-NO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num>
                        <m:den>
                          <m:acc>
                            <m:accPr>
                              <m:chr m:val="̂"/>
                              <m:ctrlPr>
                                <a:rPr lang="en-GB" sz="280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nb-NO" sz="28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den>
                      </m:f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13" name="Rektangel: avrundede hjørner 12">
                <a:extLst>
                  <a:ext uri="{FF2B5EF4-FFF2-40B4-BE49-F238E27FC236}">
                    <a16:creationId xmlns:a16="http://schemas.microsoft.com/office/drawing/2014/main" id="{0295545B-776D-B553-BC3E-0B86EBAEF16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593669"/>
                <a:ext cx="4543698" cy="960376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b-N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Ellipse 4">
            <a:extLst>
              <a:ext uri="{FF2B5EF4-FFF2-40B4-BE49-F238E27FC236}">
                <a16:creationId xmlns:a16="http://schemas.microsoft.com/office/drawing/2014/main" id="{BB9B57F1-5CE8-66F5-087A-22CEE451A5C7}"/>
              </a:ext>
            </a:extLst>
          </p:cNvPr>
          <p:cNvSpPr/>
          <p:nvPr/>
        </p:nvSpPr>
        <p:spPr>
          <a:xfrm>
            <a:off x="10398797" y="269705"/>
            <a:ext cx="1354914" cy="627398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Lab 10</a:t>
            </a:r>
          </a:p>
        </p:txBody>
      </p:sp>
    </p:spTree>
    <p:extLst>
      <p:ext uri="{BB962C8B-B14F-4D97-AF65-F5344CB8AC3E}">
        <p14:creationId xmlns:p14="http://schemas.microsoft.com/office/powerpoint/2010/main" val="379646746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FF6C51CD-EBBF-64E5-8EE5-24F1D9916E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77BDF40B-1338-6FDD-266A-98F4E3DCA4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562483684"/>
      </p:ext>
    </p:extLst>
  </p:cSld>
  <p:clrMapOvr>
    <a:masterClrMapping/>
  </p:clrMapOvr>
</p:sld>
</file>

<file path=ppt/theme/theme1.xml><?xml version="1.0" encoding="utf-8"?>
<a:theme xmlns:a="http://schemas.openxmlformats.org/drawingml/2006/main" name="Lys med mønster">
  <a:themeElements>
    <a:clrScheme name="UiT Norges arktiske universitet">
      <a:dk1>
        <a:sysClr val="windowText" lastClr="000000"/>
      </a:dk1>
      <a:lt1>
        <a:sysClr val="window" lastClr="FFFFFF"/>
      </a:lt1>
      <a:dk2>
        <a:srgbClr val="00617F"/>
      </a:dk2>
      <a:lt2>
        <a:srgbClr val="A6BBC8"/>
      </a:lt2>
      <a:accent1>
        <a:srgbClr val="007396"/>
      </a:accent1>
      <a:accent2>
        <a:srgbClr val="CB333B"/>
      </a:accent2>
      <a:accent3>
        <a:srgbClr val="F2A900"/>
      </a:accent3>
      <a:accent4>
        <a:srgbClr val="009CB6"/>
      </a:accent4>
      <a:accent5>
        <a:srgbClr val="DE7C00"/>
      </a:accent5>
      <a:accent6>
        <a:srgbClr val="59BEC9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1C7057D0-6097-44F4-A2E5-70A5DCBAA566}" vid="{2719B6C5-9A54-423D-86A4-95EF36B6C8EF}"/>
    </a:ext>
  </a:extLst>
</a:theme>
</file>

<file path=ppt/theme/theme2.xml><?xml version="1.0" encoding="utf-8"?>
<a:theme xmlns:a="http://schemas.openxmlformats.org/drawingml/2006/main" name="Lys uten mønster">
  <a:themeElements>
    <a:clrScheme name="UiT Norges arktiske universitet">
      <a:dk1>
        <a:sysClr val="windowText" lastClr="000000"/>
      </a:dk1>
      <a:lt1>
        <a:sysClr val="window" lastClr="FFFFFF"/>
      </a:lt1>
      <a:dk2>
        <a:srgbClr val="00617F"/>
      </a:dk2>
      <a:lt2>
        <a:srgbClr val="A6BBC8"/>
      </a:lt2>
      <a:accent1>
        <a:srgbClr val="007396"/>
      </a:accent1>
      <a:accent2>
        <a:srgbClr val="CB333B"/>
      </a:accent2>
      <a:accent3>
        <a:srgbClr val="F2A900"/>
      </a:accent3>
      <a:accent4>
        <a:srgbClr val="009CB6"/>
      </a:accent4>
      <a:accent5>
        <a:srgbClr val="DE7C00"/>
      </a:accent5>
      <a:accent6>
        <a:srgbClr val="59BEC9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1C7057D0-6097-44F4-A2E5-70A5DCBAA566}" vid="{94D15883-2580-4DC8-B10A-947F62BB42CF}"/>
    </a:ext>
  </a:extLst>
</a:theme>
</file>

<file path=ppt/theme/theme3.xml><?xml version="1.0" encoding="utf-8"?>
<a:theme xmlns:a="http://schemas.openxmlformats.org/drawingml/2006/main" name="Mørk med mønster">
  <a:themeElements>
    <a:clrScheme name="UiT Norges arktiske universitet">
      <a:dk1>
        <a:sysClr val="windowText" lastClr="000000"/>
      </a:dk1>
      <a:lt1>
        <a:sysClr val="window" lastClr="FFFFFF"/>
      </a:lt1>
      <a:dk2>
        <a:srgbClr val="00617F"/>
      </a:dk2>
      <a:lt2>
        <a:srgbClr val="A6BBC8"/>
      </a:lt2>
      <a:accent1>
        <a:srgbClr val="007396"/>
      </a:accent1>
      <a:accent2>
        <a:srgbClr val="CB333B"/>
      </a:accent2>
      <a:accent3>
        <a:srgbClr val="F2A900"/>
      </a:accent3>
      <a:accent4>
        <a:srgbClr val="009CB6"/>
      </a:accent4>
      <a:accent5>
        <a:srgbClr val="DE7C00"/>
      </a:accent5>
      <a:accent6>
        <a:srgbClr val="59BEC9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1C7057D0-6097-44F4-A2E5-70A5DCBAA566}" vid="{CADEB79E-6854-4014-82C8-288D7F871FF7}"/>
    </a:ext>
  </a:extLst>
</a:theme>
</file>

<file path=ppt/theme/theme4.xml><?xml version="1.0" encoding="utf-8"?>
<a:theme xmlns:a="http://schemas.openxmlformats.org/drawingml/2006/main" name="Mørk uten mønster">
  <a:themeElements>
    <a:clrScheme name="UiT Norges arktiske universitet">
      <a:dk1>
        <a:sysClr val="windowText" lastClr="000000"/>
      </a:dk1>
      <a:lt1>
        <a:sysClr val="window" lastClr="FFFFFF"/>
      </a:lt1>
      <a:dk2>
        <a:srgbClr val="00617F"/>
      </a:dk2>
      <a:lt2>
        <a:srgbClr val="A6BBC8"/>
      </a:lt2>
      <a:accent1>
        <a:srgbClr val="007396"/>
      </a:accent1>
      <a:accent2>
        <a:srgbClr val="CB333B"/>
      </a:accent2>
      <a:accent3>
        <a:srgbClr val="F2A900"/>
      </a:accent3>
      <a:accent4>
        <a:srgbClr val="009CB6"/>
      </a:accent4>
      <a:accent5>
        <a:srgbClr val="DE7C00"/>
      </a:accent5>
      <a:accent6>
        <a:srgbClr val="59BEC9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1C7057D0-6097-44F4-A2E5-70A5DCBAA566}" vid="{48BEBA2A-C206-4979-AEA1-C578F52A4703}"/>
    </a:ext>
  </a:extLst>
</a:theme>
</file>

<file path=ppt/theme/theme5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0CF74B9924A90429AFF83904CD5AC51" ma:contentTypeVersion="10" ma:contentTypeDescription="Create a new document." ma:contentTypeScope="" ma:versionID="c219061678790ba91acd956595d5746d">
  <xsd:schema xmlns:xsd="http://www.w3.org/2001/XMLSchema" xmlns:xs="http://www.w3.org/2001/XMLSchema" xmlns:p="http://schemas.microsoft.com/office/2006/metadata/properties" xmlns:ns2="6c86f083-272a-4d16-a1ee-41e11cc1f196" xmlns:ns3="398a922c-8803-48c8-8c4d-45441d0c0e87" targetNamespace="http://schemas.microsoft.com/office/2006/metadata/properties" ma:root="true" ma:fieldsID="0367899129e833eb231d53942e145767" ns2:_="" ns3:_="">
    <xsd:import namespace="6c86f083-272a-4d16-a1ee-41e11cc1f196"/>
    <xsd:import namespace="398a922c-8803-48c8-8c4d-45441d0c0e8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AutoTags" minOccurs="0"/>
                <xsd:element ref="ns2:MediaServiceLocation" minOccurs="0"/>
                <xsd:element ref="ns2:MediaServiceGenerationTime" minOccurs="0"/>
                <xsd:element ref="ns2:MediaServiceEventHashCode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c86f083-272a-4d16-a1ee-41e11cc1f19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Location" ma:index="14" nillable="true" ma:displayName="Location" ma:internalName="MediaServiceLocation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98a922c-8803-48c8-8c4d-45441d0c0e87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B6906F1-BC5A-4F5D-9478-51E87E6F6B8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6D1808F-9832-46E2-89EE-68E7FE346F1E}">
  <ds:schemaRefs>
    <ds:schemaRef ds:uri="398a922c-8803-48c8-8c4d-45441d0c0e87"/>
    <ds:schemaRef ds:uri="http://schemas.openxmlformats.org/package/2006/metadata/core-properties"/>
    <ds:schemaRef ds:uri="http://schemas.microsoft.com/office/2006/documentManagement/types"/>
    <ds:schemaRef ds:uri="6c86f083-272a-4d16-a1ee-41e11cc1f196"/>
    <ds:schemaRef ds:uri="http://purl.org/dc/elements/1.1/"/>
    <ds:schemaRef ds:uri="http://purl.org/dc/dcmitype/"/>
    <ds:schemaRef ds:uri="http://purl.org/dc/terms/"/>
    <ds:schemaRef ds:uri="http://schemas.microsoft.com/office/2006/metadata/properties"/>
    <ds:schemaRef ds:uri="http://www.w3.org/XML/1998/namespace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F8163F9A-A59C-469F-AC56-9E178540FB6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c86f083-272a-4d16-a1ee-41e11cc1f196"/>
    <ds:schemaRef ds:uri="398a922c-8803-48c8-8c4d-45441d0c0e8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UiT_PowerPoint_bokmal</Template>
  <TotalTime>5691</TotalTime>
  <Words>1987</Words>
  <Application>Microsoft Office PowerPoint</Application>
  <PresentationFormat>Widescreen</PresentationFormat>
  <Paragraphs>235</Paragraphs>
  <Slides>31</Slides>
  <Notes>12</Notes>
  <HiddenSlides>0</HiddenSlides>
  <MMClips>0</MMClips>
  <ScaleCrop>false</ScaleCrop>
  <HeadingPairs>
    <vt:vector size="6" baseType="variant">
      <vt:variant>
        <vt:lpstr>Brukte skrifter</vt:lpstr>
      </vt:variant>
      <vt:variant>
        <vt:i4>4</vt:i4>
      </vt:variant>
      <vt:variant>
        <vt:lpstr>Tema</vt:lpstr>
      </vt:variant>
      <vt:variant>
        <vt:i4>4</vt:i4>
      </vt:variant>
      <vt:variant>
        <vt:lpstr>Lysbildetitler</vt:lpstr>
      </vt:variant>
      <vt:variant>
        <vt:i4>31</vt:i4>
      </vt:variant>
    </vt:vector>
  </HeadingPairs>
  <TitlesOfParts>
    <vt:vector size="39" baseType="lpstr">
      <vt:lpstr>Arial</vt:lpstr>
      <vt:lpstr>Calibri</vt:lpstr>
      <vt:lpstr>Cambria Math</vt:lpstr>
      <vt:lpstr>Times New Roman</vt:lpstr>
      <vt:lpstr>Lys med mønster</vt:lpstr>
      <vt:lpstr>Lys uten mønster</vt:lpstr>
      <vt:lpstr>Mørk med mønster</vt:lpstr>
      <vt:lpstr>Mørk uten mønster</vt:lpstr>
      <vt:lpstr> Chapter 2 The Simple Linear Regression Model</vt:lpstr>
      <vt:lpstr>Learning path</vt:lpstr>
      <vt:lpstr>An Economic Model </vt:lpstr>
      <vt:lpstr>An economic model</vt:lpstr>
      <vt:lpstr>A household spending rule</vt:lpstr>
      <vt:lpstr>A simple model</vt:lpstr>
      <vt:lpstr>The sample and its units</vt:lpstr>
      <vt:lpstr>The simple regression model</vt:lpstr>
      <vt:lpstr>Figure 2.1</vt:lpstr>
      <vt:lpstr>The econometric model</vt:lpstr>
      <vt:lpstr>The population regression function</vt:lpstr>
      <vt:lpstr>The simple regression assumptions</vt:lpstr>
      <vt:lpstr>SR1: The econometric model</vt:lpstr>
      <vt:lpstr>SR2: Strict exogeneity</vt:lpstr>
      <vt:lpstr>SR3: Homoskedasticity</vt:lpstr>
      <vt:lpstr>SR4: Uncorrelated errors</vt:lpstr>
      <vt:lpstr>SR5: Variation in x</vt:lpstr>
      <vt:lpstr>SR6: Normality</vt:lpstr>
      <vt:lpstr>Theoretical → Estimated</vt:lpstr>
      <vt:lpstr>Ordinary least squares</vt:lpstr>
      <vt:lpstr>Fitted values and residuals</vt:lpstr>
      <vt:lpstr>Fitted values and residuals</vt:lpstr>
      <vt:lpstr>The OLS formulas</vt:lpstr>
      <vt:lpstr>OLS vs our simple model</vt:lpstr>
      <vt:lpstr>Plotting OLS</vt:lpstr>
      <vt:lpstr>Properties of the fitted line</vt:lpstr>
      <vt:lpstr>Prediction at a given income</vt:lpstr>
      <vt:lpstr>Avoid extrapolation!</vt:lpstr>
      <vt:lpstr>Elasticise </vt:lpstr>
      <vt:lpstr>Elasticity and income</vt:lpstr>
      <vt:lpstr>PowerPoint-presentasjon</vt:lpstr>
    </vt:vector>
  </TitlesOfParts>
  <Company>UiT The Arctic University of Norway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Samfunnsøkonomi med datavitenskap - master</dc:title>
  <dc:creator>Eirik Eriksen Heen</dc:creator>
  <cp:lastModifiedBy>Eirik Eriksen Heen</cp:lastModifiedBy>
  <cp:revision>7</cp:revision>
  <dcterms:created xsi:type="dcterms:W3CDTF">2024-04-08T08:47:57Z</dcterms:created>
  <dcterms:modified xsi:type="dcterms:W3CDTF">2026-09-09T12:47:41Z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0x01010090CF74B9924A90429AFF83904CD5AC51</vt:lpwstr>
  </property>
</Properties>
</file>